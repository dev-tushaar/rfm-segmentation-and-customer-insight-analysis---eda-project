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66" r:id="rId15"/>
    <p:sldId id="267" r:id="rId16"/>
    <p:sldId id="268" r:id="rId17"/>
    <p:sldId id="269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047CF-1525-4F58-A2A2-38249208F876}" v="2" dt="2026-02-15T10:01:17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Gupta" userId="cd421e04-eb71-45b0-8095-5fe2778dba0b" providerId="ADAL" clId="{F4257C45-4D49-4C41-A3AF-43E9C79B6413}"/>
    <pc:docChg chg="undo redo custSel modSld">
      <pc:chgData name="Tushar Gupta" userId="cd421e04-eb71-45b0-8095-5fe2778dba0b" providerId="ADAL" clId="{F4257C45-4D49-4C41-A3AF-43E9C79B6413}" dt="2026-02-15T10:02:21.064" v="64" actId="20577"/>
      <pc:docMkLst>
        <pc:docMk/>
      </pc:docMkLst>
      <pc:sldChg chg="modSp mod">
        <pc:chgData name="Tushar Gupta" userId="cd421e04-eb71-45b0-8095-5fe2778dba0b" providerId="ADAL" clId="{F4257C45-4D49-4C41-A3AF-43E9C79B6413}" dt="2026-02-15T10:02:21.064" v="64" actId="20577"/>
        <pc:sldMkLst>
          <pc:docMk/>
          <pc:sldMk cId="0" sldId="256"/>
        </pc:sldMkLst>
        <pc:spChg chg="mod">
          <ac:chgData name="Tushar Gupta" userId="cd421e04-eb71-45b0-8095-5fe2778dba0b" providerId="ADAL" clId="{F4257C45-4D49-4C41-A3AF-43E9C79B6413}" dt="2026-02-15T10:01:16.772" v="3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Tushar Gupta" userId="cd421e04-eb71-45b0-8095-5fe2778dba0b" providerId="ADAL" clId="{F4257C45-4D49-4C41-A3AF-43E9C79B6413}" dt="2026-02-15T10:02:21.064" v="64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setBg">
        <pc:chgData name="Tushar Gupta" userId="cd421e04-eb71-45b0-8095-5fe2778dba0b" providerId="ADAL" clId="{F4257C45-4D49-4C41-A3AF-43E9C79B6413}" dt="2026-02-15T10:01:31.384" v="41" actId="26606"/>
        <pc:sldMkLst>
          <pc:docMk/>
          <pc:sldMk cId="0" sldId="270"/>
        </pc:sldMkLst>
        <pc:spChg chg="mod">
          <ac:chgData name="Tushar Gupta" userId="cd421e04-eb71-45b0-8095-5fe2778dba0b" providerId="ADAL" clId="{F4257C45-4D49-4C41-A3AF-43E9C79B6413}" dt="2026-02-15T10:01:31.384" v="41" actId="26606"/>
          <ac:spMkLst>
            <pc:docMk/>
            <pc:sldMk cId="0" sldId="270"/>
            <ac:spMk id="2" creationId="{00000000-0000-0000-0000-000000000000}"/>
          </ac:spMkLst>
        </pc:spChg>
        <pc:spChg chg="add del">
          <ac:chgData name="Tushar Gupta" userId="cd421e04-eb71-45b0-8095-5fe2778dba0b" providerId="ADAL" clId="{F4257C45-4D49-4C41-A3AF-43E9C79B6413}" dt="2026-02-15T10:01:31.384" v="41" actId="26606"/>
          <ac:spMkLst>
            <pc:docMk/>
            <pc:sldMk cId="0" sldId="270"/>
            <ac:spMk id="3" creationId="{00000000-0000-0000-0000-000000000000}"/>
          </ac:spMkLst>
        </pc:spChg>
        <pc:graphicFrameChg chg="add del">
          <ac:chgData name="Tushar Gupta" userId="cd421e04-eb71-45b0-8095-5fe2778dba0b" providerId="ADAL" clId="{F4257C45-4D49-4C41-A3AF-43E9C79B6413}" dt="2026-02-15T10:01:31.384" v="41" actId="26606"/>
          <ac:graphicFrameMkLst>
            <pc:docMk/>
            <pc:sldMk cId="0" sldId="270"/>
            <ac:graphicFrameMk id="23" creationId="{1F7582FE-ED4E-6921-C040-D7FC9FC8C953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FA4098-8F28-42AA-8938-028ED9EB42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F6476D2-5E6B-4A40-B0DF-E4D8AAE229B7}">
      <dgm:prSet/>
      <dgm:spPr/>
      <dgm:t>
        <a:bodyPr/>
        <a:lstStyle/>
        <a:p>
          <a:r>
            <a:rPr lang="en-US"/>
            <a:t>Urban retail faces challenges in inventory planning, engagement, and retention.</a:t>
          </a:r>
        </a:p>
      </dgm:t>
    </dgm:pt>
    <dgm:pt modelId="{0F78029B-DD87-4C01-B77A-131DB3E56937}" type="parTrans" cxnId="{DF59A7D4-F223-45D2-9407-294A4806E415}">
      <dgm:prSet/>
      <dgm:spPr/>
      <dgm:t>
        <a:bodyPr/>
        <a:lstStyle/>
        <a:p>
          <a:endParaRPr lang="en-US"/>
        </a:p>
      </dgm:t>
    </dgm:pt>
    <dgm:pt modelId="{1BB2AD9B-CA8B-496C-8F53-CBBC2500EE74}" type="sibTrans" cxnId="{DF59A7D4-F223-45D2-9407-294A4806E415}">
      <dgm:prSet/>
      <dgm:spPr/>
      <dgm:t>
        <a:bodyPr/>
        <a:lstStyle/>
        <a:p>
          <a:endParaRPr lang="en-US"/>
        </a:p>
      </dgm:t>
    </dgm:pt>
    <dgm:pt modelId="{607AB270-C5B9-46A1-866C-B4DE8F01E4FA}">
      <dgm:prSet/>
      <dgm:spPr/>
      <dgm:t>
        <a:bodyPr/>
        <a:lstStyle/>
        <a:p>
          <a:r>
            <a:rPr lang="en-US"/>
            <a:t>This project applies RFM segmentation used by leading e-commerce platforms.</a:t>
          </a:r>
        </a:p>
      </dgm:t>
    </dgm:pt>
    <dgm:pt modelId="{009D267C-3264-492E-9DFE-1A3F586BA2A5}" type="parTrans" cxnId="{2FF05B08-E80F-4886-89BD-C83AAF5EB001}">
      <dgm:prSet/>
      <dgm:spPr/>
      <dgm:t>
        <a:bodyPr/>
        <a:lstStyle/>
        <a:p>
          <a:endParaRPr lang="en-US"/>
        </a:p>
      </dgm:t>
    </dgm:pt>
    <dgm:pt modelId="{FE2103C6-5404-401C-A23C-28602F226CD9}" type="sibTrans" cxnId="{2FF05B08-E80F-4886-89BD-C83AAF5EB001}">
      <dgm:prSet/>
      <dgm:spPr/>
      <dgm:t>
        <a:bodyPr/>
        <a:lstStyle/>
        <a:p>
          <a:endParaRPr lang="en-US"/>
        </a:p>
      </dgm:t>
    </dgm:pt>
    <dgm:pt modelId="{8441E592-072B-4FAF-9999-44506E645A74}">
      <dgm:prSet/>
      <dgm:spPr/>
      <dgm:t>
        <a:bodyPr/>
        <a:lstStyle/>
        <a:p>
          <a:r>
            <a:rPr lang="en-US"/>
            <a:t>Objective: Segment customers and derive actionable marketing strategies.</a:t>
          </a:r>
        </a:p>
      </dgm:t>
    </dgm:pt>
    <dgm:pt modelId="{5C4A760B-ADD8-4E58-AB23-35F094FAE5E2}" type="parTrans" cxnId="{3F5B43FD-21A5-4166-858B-C9C4279FF99A}">
      <dgm:prSet/>
      <dgm:spPr/>
      <dgm:t>
        <a:bodyPr/>
        <a:lstStyle/>
        <a:p>
          <a:endParaRPr lang="en-US"/>
        </a:p>
      </dgm:t>
    </dgm:pt>
    <dgm:pt modelId="{DC956D09-B806-48CB-B8A4-3EFBE2A93253}" type="sibTrans" cxnId="{3F5B43FD-21A5-4166-858B-C9C4279FF99A}">
      <dgm:prSet/>
      <dgm:spPr/>
      <dgm:t>
        <a:bodyPr/>
        <a:lstStyle/>
        <a:p>
          <a:endParaRPr lang="en-US"/>
        </a:p>
      </dgm:t>
    </dgm:pt>
    <dgm:pt modelId="{0BD41958-0A2E-4A45-A565-FCF0B6B88CE8}" type="pres">
      <dgm:prSet presAssocID="{E2FA4098-8F28-42AA-8938-028ED9EB42C4}" presName="root" presStyleCnt="0">
        <dgm:presLayoutVars>
          <dgm:dir/>
          <dgm:resizeHandles val="exact"/>
        </dgm:presLayoutVars>
      </dgm:prSet>
      <dgm:spPr/>
    </dgm:pt>
    <dgm:pt modelId="{E7C43950-85FE-4AE7-A744-E006C17F21E4}" type="pres">
      <dgm:prSet presAssocID="{0F6476D2-5E6B-4A40-B0DF-E4D8AAE229B7}" presName="compNode" presStyleCnt="0"/>
      <dgm:spPr/>
    </dgm:pt>
    <dgm:pt modelId="{06118DA3-DAB4-4533-9D1F-9CB9750FEDA9}" type="pres">
      <dgm:prSet presAssocID="{0F6476D2-5E6B-4A40-B0DF-E4D8AAE229B7}" presName="bgRect" presStyleLbl="bgShp" presStyleIdx="0" presStyleCnt="3"/>
      <dgm:spPr/>
    </dgm:pt>
    <dgm:pt modelId="{D3ED504B-1853-4C70-AC47-B48107B66B5E}" type="pres">
      <dgm:prSet presAssocID="{0F6476D2-5E6B-4A40-B0DF-E4D8AAE229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30526B2A-10C5-4E7B-BF00-CACF3EB40789}" type="pres">
      <dgm:prSet presAssocID="{0F6476D2-5E6B-4A40-B0DF-E4D8AAE229B7}" presName="spaceRect" presStyleCnt="0"/>
      <dgm:spPr/>
    </dgm:pt>
    <dgm:pt modelId="{27B896E9-303C-4EEE-854D-D98B49979940}" type="pres">
      <dgm:prSet presAssocID="{0F6476D2-5E6B-4A40-B0DF-E4D8AAE229B7}" presName="parTx" presStyleLbl="revTx" presStyleIdx="0" presStyleCnt="3">
        <dgm:presLayoutVars>
          <dgm:chMax val="0"/>
          <dgm:chPref val="0"/>
        </dgm:presLayoutVars>
      </dgm:prSet>
      <dgm:spPr/>
    </dgm:pt>
    <dgm:pt modelId="{64C5BCD9-2F25-42FD-8177-65BC1DD52D64}" type="pres">
      <dgm:prSet presAssocID="{1BB2AD9B-CA8B-496C-8F53-CBBC2500EE74}" presName="sibTrans" presStyleCnt="0"/>
      <dgm:spPr/>
    </dgm:pt>
    <dgm:pt modelId="{CB11D95A-D1D6-4144-9F3D-4D05DAA92706}" type="pres">
      <dgm:prSet presAssocID="{607AB270-C5B9-46A1-866C-B4DE8F01E4FA}" presName="compNode" presStyleCnt="0"/>
      <dgm:spPr/>
    </dgm:pt>
    <dgm:pt modelId="{5DA35D54-6195-44CC-856B-11A4369E3ED6}" type="pres">
      <dgm:prSet presAssocID="{607AB270-C5B9-46A1-866C-B4DE8F01E4FA}" presName="bgRect" presStyleLbl="bgShp" presStyleIdx="1" presStyleCnt="3"/>
      <dgm:spPr/>
    </dgm:pt>
    <dgm:pt modelId="{19B58541-913F-474C-803D-CF5BE831DFB1}" type="pres">
      <dgm:prSet presAssocID="{607AB270-C5B9-46A1-866C-B4DE8F01E4F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391DBFF7-01DC-4B6E-B1D9-1347604E7D5C}" type="pres">
      <dgm:prSet presAssocID="{607AB270-C5B9-46A1-866C-B4DE8F01E4FA}" presName="spaceRect" presStyleCnt="0"/>
      <dgm:spPr/>
    </dgm:pt>
    <dgm:pt modelId="{7288DB82-6EDA-4FBB-9B03-BBFF0C24A96A}" type="pres">
      <dgm:prSet presAssocID="{607AB270-C5B9-46A1-866C-B4DE8F01E4FA}" presName="parTx" presStyleLbl="revTx" presStyleIdx="1" presStyleCnt="3">
        <dgm:presLayoutVars>
          <dgm:chMax val="0"/>
          <dgm:chPref val="0"/>
        </dgm:presLayoutVars>
      </dgm:prSet>
      <dgm:spPr/>
    </dgm:pt>
    <dgm:pt modelId="{C97DFC51-E465-4029-8C30-9784EBB498DD}" type="pres">
      <dgm:prSet presAssocID="{FE2103C6-5404-401C-A23C-28602F226CD9}" presName="sibTrans" presStyleCnt="0"/>
      <dgm:spPr/>
    </dgm:pt>
    <dgm:pt modelId="{49170EF5-9F13-48A8-9672-DD3AA7FF1CF9}" type="pres">
      <dgm:prSet presAssocID="{8441E592-072B-4FAF-9999-44506E645A74}" presName="compNode" presStyleCnt="0"/>
      <dgm:spPr/>
    </dgm:pt>
    <dgm:pt modelId="{A0CD1309-1F94-46F7-A296-D855E5DE7928}" type="pres">
      <dgm:prSet presAssocID="{8441E592-072B-4FAF-9999-44506E645A74}" presName="bgRect" presStyleLbl="bgShp" presStyleIdx="2" presStyleCnt="3"/>
      <dgm:spPr/>
    </dgm:pt>
    <dgm:pt modelId="{0B0B6848-264E-4CC8-8EFC-C89D7299FB87}" type="pres">
      <dgm:prSet presAssocID="{8441E592-072B-4FAF-9999-44506E645A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264CEF03-FB68-4472-9699-122BDC97E906}" type="pres">
      <dgm:prSet presAssocID="{8441E592-072B-4FAF-9999-44506E645A74}" presName="spaceRect" presStyleCnt="0"/>
      <dgm:spPr/>
    </dgm:pt>
    <dgm:pt modelId="{C7BE6D3D-22EC-4E00-8A16-95FE00C16C30}" type="pres">
      <dgm:prSet presAssocID="{8441E592-072B-4FAF-9999-44506E645A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FF05B08-E80F-4886-89BD-C83AAF5EB001}" srcId="{E2FA4098-8F28-42AA-8938-028ED9EB42C4}" destId="{607AB270-C5B9-46A1-866C-B4DE8F01E4FA}" srcOrd="1" destOrd="0" parTransId="{009D267C-3264-492E-9DFE-1A3F586BA2A5}" sibTransId="{FE2103C6-5404-401C-A23C-28602F226CD9}"/>
    <dgm:cxn modelId="{DA91B95E-4BDB-45CB-A401-49084E1B6ECE}" type="presOf" srcId="{8441E592-072B-4FAF-9999-44506E645A74}" destId="{C7BE6D3D-22EC-4E00-8A16-95FE00C16C30}" srcOrd="0" destOrd="0" presId="urn:microsoft.com/office/officeart/2018/2/layout/IconVerticalSolidList"/>
    <dgm:cxn modelId="{A7E45E66-726D-479B-8C9B-05D19B028467}" type="presOf" srcId="{607AB270-C5B9-46A1-866C-B4DE8F01E4FA}" destId="{7288DB82-6EDA-4FBB-9B03-BBFF0C24A96A}" srcOrd="0" destOrd="0" presId="urn:microsoft.com/office/officeart/2018/2/layout/IconVerticalSolidList"/>
    <dgm:cxn modelId="{29D8E4AA-B824-48DA-9C2B-D223C635AF8C}" type="presOf" srcId="{0F6476D2-5E6B-4A40-B0DF-E4D8AAE229B7}" destId="{27B896E9-303C-4EEE-854D-D98B49979940}" srcOrd="0" destOrd="0" presId="urn:microsoft.com/office/officeart/2018/2/layout/IconVerticalSolidList"/>
    <dgm:cxn modelId="{DF59A7D4-F223-45D2-9407-294A4806E415}" srcId="{E2FA4098-8F28-42AA-8938-028ED9EB42C4}" destId="{0F6476D2-5E6B-4A40-B0DF-E4D8AAE229B7}" srcOrd="0" destOrd="0" parTransId="{0F78029B-DD87-4C01-B77A-131DB3E56937}" sibTransId="{1BB2AD9B-CA8B-496C-8F53-CBBC2500EE74}"/>
    <dgm:cxn modelId="{4177FDD9-4E97-4FB8-BC08-0DE06197D3C4}" type="presOf" srcId="{E2FA4098-8F28-42AA-8938-028ED9EB42C4}" destId="{0BD41958-0A2E-4A45-A565-FCF0B6B88CE8}" srcOrd="0" destOrd="0" presId="urn:microsoft.com/office/officeart/2018/2/layout/IconVerticalSolidList"/>
    <dgm:cxn modelId="{3F5B43FD-21A5-4166-858B-C9C4279FF99A}" srcId="{E2FA4098-8F28-42AA-8938-028ED9EB42C4}" destId="{8441E592-072B-4FAF-9999-44506E645A74}" srcOrd="2" destOrd="0" parTransId="{5C4A760B-ADD8-4E58-AB23-35F094FAE5E2}" sibTransId="{DC956D09-B806-48CB-B8A4-3EFBE2A93253}"/>
    <dgm:cxn modelId="{98B40546-D958-449E-9394-CEE7742C3E39}" type="presParOf" srcId="{0BD41958-0A2E-4A45-A565-FCF0B6B88CE8}" destId="{E7C43950-85FE-4AE7-A744-E006C17F21E4}" srcOrd="0" destOrd="0" presId="urn:microsoft.com/office/officeart/2018/2/layout/IconVerticalSolidList"/>
    <dgm:cxn modelId="{CE080FBF-5F22-487E-B9C7-FD6F3FAF303F}" type="presParOf" srcId="{E7C43950-85FE-4AE7-A744-E006C17F21E4}" destId="{06118DA3-DAB4-4533-9D1F-9CB9750FEDA9}" srcOrd="0" destOrd="0" presId="urn:microsoft.com/office/officeart/2018/2/layout/IconVerticalSolidList"/>
    <dgm:cxn modelId="{7A0225E0-48DF-45DB-B223-2427302A1556}" type="presParOf" srcId="{E7C43950-85FE-4AE7-A744-E006C17F21E4}" destId="{D3ED504B-1853-4C70-AC47-B48107B66B5E}" srcOrd="1" destOrd="0" presId="urn:microsoft.com/office/officeart/2018/2/layout/IconVerticalSolidList"/>
    <dgm:cxn modelId="{F01743CE-55D3-485A-B42C-F9CD1729379F}" type="presParOf" srcId="{E7C43950-85FE-4AE7-A744-E006C17F21E4}" destId="{30526B2A-10C5-4E7B-BF00-CACF3EB40789}" srcOrd="2" destOrd="0" presId="urn:microsoft.com/office/officeart/2018/2/layout/IconVerticalSolidList"/>
    <dgm:cxn modelId="{90B04F9B-57E5-4D67-BE55-F6CE86C9232A}" type="presParOf" srcId="{E7C43950-85FE-4AE7-A744-E006C17F21E4}" destId="{27B896E9-303C-4EEE-854D-D98B49979940}" srcOrd="3" destOrd="0" presId="urn:microsoft.com/office/officeart/2018/2/layout/IconVerticalSolidList"/>
    <dgm:cxn modelId="{905AC088-FD57-489E-8251-681D64FCF8F4}" type="presParOf" srcId="{0BD41958-0A2E-4A45-A565-FCF0B6B88CE8}" destId="{64C5BCD9-2F25-42FD-8177-65BC1DD52D64}" srcOrd="1" destOrd="0" presId="urn:microsoft.com/office/officeart/2018/2/layout/IconVerticalSolidList"/>
    <dgm:cxn modelId="{568F1745-5AFE-4DA1-B896-A7C89906530F}" type="presParOf" srcId="{0BD41958-0A2E-4A45-A565-FCF0B6B88CE8}" destId="{CB11D95A-D1D6-4144-9F3D-4D05DAA92706}" srcOrd="2" destOrd="0" presId="urn:microsoft.com/office/officeart/2018/2/layout/IconVerticalSolidList"/>
    <dgm:cxn modelId="{10314878-BA57-4102-BCFB-10B9D4E34167}" type="presParOf" srcId="{CB11D95A-D1D6-4144-9F3D-4D05DAA92706}" destId="{5DA35D54-6195-44CC-856B-11A4369E3ED6}" srcOrd="0" destOrd="0" presId="urn:microsoft.com/office/officeart/2018/2/layout/IconVerticalSolidList"/>
    <dgm:cxn modelId="{74082714-70C7-4F76-9CB8-36CBB70026E3}" type="presParOf" srcId="{CB11D95A-D1D6-4144-9F3D-4D05DAA92706}" destId="{19B58541-913F-474C-803D-CF5BE831DFB1}" srcOrd="1" destOrd="0" presId="urn:microsoft.com/office/officeart/2018/2/layout/IconVerticalSolidList"/>
    <dgm:cxn modelId="{70E8534E-8966-49BC-AB65-8D25687AD48C}" type="presParOf" srcId="{CB11D95A-D1D6-4144-9F3D-4D05DAA92706}" destId="{391DBFF7-01DC-4B6E-B1D9-1347604E7D5C}" srcOrd="2" destOrd="0" presId="urn:microsoft.com/office/officeart/2018/2/layout/IconVerticalSolidList"/>
    <dgm:cxn modelId="{D987A98D-FEEB-4775-8C20-FB84C252C6A6}" type="presParOf" srcId="{CB11D95A-D1D6-4144-9F3D-4D05DAA92706}" destId="{7288DB82-6EDA-4FBB-9B03-BBFF0C24A96A}" srcOrd="3" destOrd="0" presId="urn:microsoft.com/office/officeart/2018/2/layout/IconVerticalSolidList"/>
    <dgm:cxn modelId="{44E8A0C5-BBF6-4F7A-B70C-2CDAB685293F}" type="presParOf" srcId="{0BD41958-0A2E-4A45-A565-FCF0B6B88CE8}" destId="{C97DFC51-E465-4029-8C30-9784EBB498DD}" srcOrd="3" destOrd="0" presId="urn:microsoft.com/office/officeart/2018/2/layout/IconVerticalSolidList"/>
    <dgm:cxn modelId="{47811323-613E-4149-9772-00C4C82611EE}" type="presParOf" srcId="{0BD41958-0A2E-4A45-A565-FCF0B6B88CE8}" destId="{49170EF5-9F13-48A8-9672-DD3AA7FF1CF9}" srcOrd="4" destOrd="0" presId="urn:microsoft.com/office/officeart/2018/2/layout/IconVerticalSolidList"/>
    <dgm:cxn modelId="{76881B0B-12F0-42CC-8AEC-230AED127E54}" type="presParOf" srcId="{49170EF5-9F13-48A8-9672-DD3AA7FF1CF9}" destId="{A0CD1309-1F94-46F7-A296-D855E5DE7928}" srcOrd="0" destOrd="0" presId="urn:microsoft.com/office/officeart/2018/2/layout/IconVerticalSolidList"/>
    <dgm:cxn modelId="{5A38702E-E1C3-4504-B26F-3F4688EF3A36}" type="presParOf" srcId="{49170EF5-9F13-48A8-9672-DD3AA7FF1CF9}" destId="{0B0B6848-264E-4CC8-8EFC-C89D7299FB87}" srcOrd="1" destOrd="0" presId="urn:microsoft.com/office/officeart/2018/2/layout/IconVerticalSolidList"/>
    <dgm:cxn modelId="{62D6B8F3-E19C-4076-8527-A3B65CAF4092}" type="presParOf" srcId="{49170EF5-9F13-48A8-9672-DD3AA7FF1CF9}" destId="{264CEF03-FB68-4472-9699-122BDC97E906}" srcOrd="2" destOrd="0" presId="urn:microsoft.com/office/officeart/2018/2/layout/IconVerticalSolidList"/>
    <dgm:cxn modelId="{A16F2A10-64AD-47D5-A608-7E2ACA2B429F}" type="presParOf" srcId="{49170EF5-9F13-48A8-9672-DD3AA7FF1CF9}" destId="{C7BE6D3D-22EC-4E00-8A16-95FE00C16C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C710B8-AAEE-4ABB-B552-F8E9DF51011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9F4829F-8F8B-40FD-96C6-6F4AB2D4997D}">
      <dgm:prSet/>
      <dgm:spPr/>
      <dgm:t>
        <a:bodyPr/>
        <a:lstStyle/>
        <a:p>
          <a:r>
            <a:rPr lang="en-US"/>
            <a:t>Transactional customer-level dataset.</a:t>
          </a:r>
        </a:p>
      </dgm:t>
    </dgm:pt>
    <dgm:pt modelId="{9A66FBC7-0D3B-4A7A-AA38-E0AFD04DFB11}" type="parTrans" cxnId="{424425D1-A893-4C5E-B25A-3356185C8652}">
      <dgm:prSet/>
      <dgm:spPr/>
      <dgm:t>
        <a:bodyPr/>
        <a:lstStyle/>
        <a:p>
          <a:endParaRPr lang="en-US"/>
        </a:p>
      </dgm:t>
    </dgm:pt>
    <dgm:pt modelId="{EC9011E6-D6F4-4FD4-BFF8-05A745A62014}" type="sibTrans" cxnId="{424425D1-A893-4C5E-B25A-3356185C8652}">
      <dgm:prSet/>
      <dgm:spPr/>
      <dgm:t>
        <a:bodyPr/>
        <a:lstStyle/>
        <a:p>
          <a:endParaRPr lang="en-US"/>
        </a:p>
      </dgm:t>
    </dgm:pt>
    <dgm:pt modelId="{1971B0FB-480A-4A00-B66B-E9FF848415EA}">
      <dgm:prSet/>
      <dgm:spPr/>
      <dgm:t>
        <a:bodyPr/>
        <a:lstStyle/>
        <a:p>
          <a:r>
            <a:rPr lang="en-US"/>
            <a:t>Key fields: CustomerID, OrderID, PurchaseDate, TransactionAmount, Location.</a:t>
          </a:r>
        </a:p>
      </dgm:t>
    </dgm:pt>
    <dgm:pt modelId="{CDB6B64B-7253-4F69-9DCF-D29216840A10}" type="parTrans" cxnId="{CA128D7B-B39C-48FB-9CF3-C5C65EC5869E}">
      <dgm:prSet/>
      <dgm:spPr/>
      <dgm:t>
        <a:bodyPr/>
        <a:lstStyle/>
        <a:p>
          <a:endParaRPr lang="en-US"/>
        </a:p>
      </dgm:t>
    </dgm:pt>
    <dgm:pt modelId="{65AB60DE-9753-4DAD-8DAD-207532642E34}" type="sibTrans" cxnId="{CA128D7B-B39C-48FB-9CF3-C5C65EC5869E}">
      <dgm:prSet/>
      <dgm:spPr/>
      <dgm:t>
        <a:bodyPr/>
        <a:lstStyle/>
        <a:p>
          <a:endParaRPr lang="en-US"/>
        </a:p>
      </dgm:t>
    </dgm:pt>
    <dgm:pt modelId="{C80EB65B-6BAB-4573-A06C-4A140C7242B1}">
      <dgm:prSet/>
      <dgm:spPr/>
      <dgm:t>
        <a:bodyPr/>
        <a:lstStyle/>
        <a:p>
          <a:r>
            <a:rPr lang="en-US"/>
            <a:t>Data cleaned to remove duplicates and invalid transactions.</a:t>
          </a:r>
        </a:p>
      </dgm:t>
    </dgm:pt>
    <dgm:pt modelId="{D7726571-F4F3-430A-BCB9-7F241A64A8E8}" type="parTrans" cxnId="{2BC0F56C-6DB8-4671-9D29-E256218150DB}">
      <dgm:prSet/>
      <dgm:spPr/>
      <dgm:t>
        <a:bodyPr/>
        <a:lstStyle/>
        <a:p>
          <a:endParaRPr lang="en-US"/>
        </a:p>
      </dgm:t>
    </dgm:pt>
    <dgm:pt modelId="{B8551DAD-5655-42F1-9F32-BC7F482CF81D}" type="sibTrans" cxnId="{2BC0F56C-6DB8-4671-9D29-E256218150DB}">
      <dgm:prSet/>
      <dgm:spPr/>
      <dgm:t>
        <a:bodyPr/>
        <a:lstStyle/>
        <a:p>
          <a:endParaRPr lang="en-US"/>
        </a:p>
      </dgm:t>
    </dgm:pt>
    <dgm:pt modelId="{C8A0D4AA-B928-46B9-BCFD-8123FB624512}" type="pres">
      <dgm:prSet presAssocID="{31C710B8-AAEE-4ABB-B552-F8E9DF510114}" presName="outerComposite" presStyleCnt="0">
        <dgm:presLayoutVars>
          <dgm:chMax val="5"/>
          <dgm:dir/>
          <dgm:resizeHandles val="exact"/>
        </dgm:presLayoutVars>
      </dgm:prSet>
      <dgm:spPr/>
    </dgm:pt>
    <dgm:pt modelId="{24AA9947-2401-47E3-A0A4-1B47F241A47C}" type="pres">
      <dgm:prSet presAssocID="{31C710B8-AAEE-4ABB-B552-F8E9DF510114}" presName="dummyMaxCanvas" presStyleCnt="0">
        <dgm:presLayoutVars/>
      </dgm:prSet>
      <dgm:spPr/>
    </dgm:pt>
    <dgm:pt modelId="{67635E46-A241-4A3D-8035-B94EB93FFE22}" type="pres">
      <dgm:prSet presAssocID="{31C710B8-AAEE-4ABB-B552-F8E9DF510114}" presName="ThreeNodes_1" presStyleLbl="node1" presStyleIdx="0" presStyleCnt="3">
        <dgm:presLayoutVars>
          <dgm:bulletEnabled val="1"/>
        </dgm:presLayoutVars>
      </dgm:prSet>
      <dgm:spPr/>
    </dgm:pt>
    <dgm:pt modelId="{8745553B-C1DB-4586-8B97-14AD415EA1A0}" type="pres">
      <dgm:prSet presAssocID="{31C710B8-AAEE-4ABB-B552-F8E9DF510114}" presName="ThreeNodes_2" presStyleLbl="node1" presStyleIdx="1" presStyleCnt="3">
        <dgm:presLayoutVars>
          <dgm:bulletEnabled val="1"/>
        </dgm:presLayoutVars>
      </dgm:prSet>
      <dgm:spPr/>
    </dgm:pt>
    <dgm:pt modelId="{3345A716-1FF7-4080-9E62-69C71689B631}" type="pres">
      <dgm:prSet presAssocID="{31C710B8-AAEE-4ABB-B552-F8E9DF510114}" presName="ThreeNodes_3" presStyleLbl="node1" presStyleIdx="2" presStyleCnt="3">
        <dgm:presLayoutVars>
          <dgm:bulletEnabled val="1"/>
        </dgm:presLayoutVars>
      </dgm:prSet>
      <dgm:spPr/>
    </dgm:pt>
    <dgm:pt modelId="{B9DE4488-4335-4398-A1BA-E1370C12D4A3}" type="pres">
      <dgm:prSet presAssocID="{31C710B8-AAEE-4ABB-B552-F8E9DF510114}" presName="ThreeConn_1-2" presStyleLbl="fgAccFollowNode1" presStyleIdx="0" presStyleCnt="2">
        <dgm:presLayoutVars>
          <dgm:bulletEnabled val="1"/>
        </dgm:presLayoutVars>
      </dgm:prSet>
      <dgm:spPr/>
    </dgm:pt>
    <dgm:pt modelId="{F65FDA85-B50A-489A-A702-C913E0618ADB}" type="pres">
      <dgm:prSet presAssocID="{31C710B8-AAEE-4ABB-B552-F8E9DF510114}" presName="ThreeConn_2-3" presStyleLbl="fgAccFollowNode1" presStyleIdx="1" presStyleCnt="2">
        <dgm:presLayoutVars>
          <dgm:bulletEnabled val="1"/>
        </dgm:presLayoutVars>
      </dgm:prSet>
      <dgm:spPr/>
    </dgm:pt>
    <dgm:pt modelId="{971583DB-F79A-4651-BCA2-30278F784B08}" type="pres">
      <dgm:prSet presAssocID="{31C710B8-AAEE-4ABB-B552-F8E9DF510114}" presName="ThreeNodes_1_text" presStyleLbl="node1" presStyleIdx="2" presStyleCnt="3">
        <dgm:presLayoutVars>
          <dgm:bulletEnabled val="1"/>
        </dgm:presLayoutVars>
      </dgm:prSet>
      <dgm:spPr/>
    </dgm:pt>
    <dgm:pt modelId="{85D5525A-4350-44E5-9C23-7253493F2C67}" type="pres">
      <dgm:prSet presAssocID="{31C710B8-AAEE-4ABB-B552-F8E9DF510114}" presName="ThreeNodes_2_text" presStyleLbl="node1" presStyleIdx="2" presStyleCnt="3">
        <dgm:presLayoutVars>
          <dgm:bulletEnabled val="1"/>
        </dgm:presLayoutVars>
      </dgm:prSet>
      <dgm:spPr/>
    </dgm:pt>
    <dgm:pt modelId="{F2B8CCCA-0F75-42FE-9E6F-65B89DCE4ED5}" type="pres">
      <dgm:prSet presAssocID="{31C710B8-AAEE-4ABB-B552-F8E9DF51011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C51FE01-C1C5-46A7-9AC3-C5E44A388C03}" type="presOf" srcId="{1971B0FB-480A-4A00-B66B-E9FF848415EA}" destId="{85D5525A-4350-44E5-9C23-7253493F2C67}" srcOrd="1" destOrd="0" presId="urn:microsoft.com/office/officeart/2005/8/layout/vProcess5"/>
    <dgm:cxn modelId="{1E727733-F6F1-4596-86CC-52D16AC9F39E}" type="presOf" srcId="{09F4829F-8F8B-40FD-96C6-6F4AB2D4997D}" destId="{971583DB-F79A-4651-BCA2-30278F784B08}" srcOrd="1" destOrd="0" presId="urn:microsoft.com/office/officeart/2005/8/layout/vProcess5"/>
    <dgm:cxn modelId="{2BC0F56C-6DB8-4671-9D29-E256218150DB}" srcId="{31C710B8-AAEE-4ABB-B552-F8E9DF510114}" destId="{C80EB65B-6BAB-4573-A06C-4A140C7242B1}" srcOrd="2" destOrd="0" parTransId="{D7726571-F4F3-430A-BCB9-7F241A64A8E8}" sibTransId="{B8551DAD-5655-42F1-9F32-BC7F482CF81D}"/>
    <dgm:cxn modelId="{E64DC855-3F9A-4D5E-AD32-E930FB5D1D70}" type="presOf" srcId="{31C710B8-AAEE-4ABB-B552-F8E9DF510114}" destId="{C8A0D4AA-B928-46B9-BCFD-8123FB624512}" srcOrd="0" destOrd="0" presId="urn:microsoft.com/office/officeart/2005/8/layout/vProcess5"/>
    <dgm:cxn modelId="{CA128D7B-B39C-48FB-9CF3-C5C65EC5869E}" srcId="{31C710B8-AAEE-4ABB-B552-F8E9DF510114}" destId="{1971B0FB-480A-4A00-B66B-E9FF848415EA}" srcOrd="1" destOrd="0" parTransId="{CDB6B64B-7253-4F69-9DCF-D29216840A10}" sibTransId="{65AB60DE-9753-4DAD-8DAD-207532642E34}"/>
    <dgm:cxn modelId="{0641E885-3C35-4870-AC4F-7511A552FB76}" type="presOf" srcId="{C80EB65B-6BAB-4573-A06C-4A140C7242B1}" destId="{F2B8CCCA-0F75-42FE-9E6F-65B89DCE4ED5}" srcOrd="1" destOrd="0" presId="urn:microsoft.com/office/officeart/2005/8/layout/vProcess5"/>
    <dgm:cxn modelId="{B91ABB94-9F4F-49D3-8035-7263A1687E60}" type="presOf" srcId="{EC9011E6-D6F4-4FD4-BFF8-05A745A62014}" destId="{B9DE4488-4335-4398-A1BA-E1370C12D4A3}" srcOrd="0" destOrd="0" presId="urn:microsoft.com/office/officeart/2005/8/layout/vProcess5"/>
    <dgm:cxn modelId="{7B11E7BF-F432-41C1-B8B4-F8E7248899EE}" type="presOf" srcId="{09F4829F-8F8B-40FD-96C6-6F4AB2D4997D}" destId="{67635E46-A241-4A3D-8035-B94EB93FFE22}" srcOrd="0" destOrd="0" presId="urn:microsoft.com/office/officeart/2005/8/layout/vProcess5"/>
    <dgm:cxn modelId="{EDC100CC-9212-4C5F-90C3-18FCBAC3B2F1}" type="presOf" srcId="{1971B0FB-480A-4A00-B66B-E9FF848415EA}" destId="{8745553B-C1DB-4586-8B97-14AD415EA1A0}" srcOrd="0" destOrd="0" presId="urn:microsoft.com/office/officeart/2005/8/layout/vProcess5"/>
    <dgm:cxn modelId="{424425D1-A893-4C5E-B25A-3356185C8652}" srcId="{31C710B8-AAEE-4ABB-B552-F8E9DF510114}" destId="{09F4829F-8F8B-40FD-96C6-6F4AB2D4997D}" srcOrd="0" destOrd="0" parTransId="{9A66FBC7-0D3B-4A7A-AA38-E0AFD04DFB11}" sibTransId="{EC9011E6-D6F4-4FD4-BFF8-05A745A62014}"/>
    <dgm:cxn modelId="{916DA9D4-7A8A-4957-9D6A-F1849A17AB54}" type="presOf" srcId="{65AB60DE-9753-4DAD-8DAD-207532642E34}" destId="{F65FDA85-B50A-489A-A702-C913E0618ADB}" srcOrd="0" destOrd="0" presId="urn:microsoft.com/office/officeart/2005/8/layout/vProcess5"/>
    <dgm:cxn modelId="{53585DD8-5150-4EC0-B470-A51FD0F3034C}" type="presOf" srcId="{C80EB65B-6BAB-4573-A06C-4A140C7242B1}" destId="{3345A716-1FF7-4080-9E62-69C71689B631}" srcOrd="0" destOrd="0" presId="urn:microsoft.com/office/officeart/2005/8/layout/vProcess5"/>
    <dgm:cxn modelId="{869EC623-9EB8-4B31-B037-E5F131705D13}" type="presParOf" srcId="{C8A0D4AA-B928-46B9-BCFD-8123FB624512}" destId="{24AA9947-2401-47E3-A0A4-1B47F241A47C}" srcOrd="0" destOrd="0" presId="urn:microsoft.com/office/officeart/2005/8/layout/vProcess5"/>
    <dgm:cxn modelId="{578235DE-50CC-4284-B2F4-A9B6417BA196}" type="presParOf" srcId="{C8A0D4AA-B928-46B9-BCFD-8123FB624512}" destId="{67635E46-A241-4A3D-8035-B94EB93FFE22}" srcOrd="1" destOrd="0" presId="urn:microsoft.com/office/officeart/2005/8/layout/vProcess5"/>
    <dgm:cxn modelId="{183B11D0-1869-4A22-87B3-466C2B5A930D}" type="presParOf" srcId="{C8A0D4AA-B928-46B9-BCFD-8123FB624512}" destId="{8745553B-C1DB-4586-8B97-14AD415EA1A0}" srcOrd="2" destOrd="0" presId="urn:microsoft.com/office/officeart/2005/8/layout/vProcess5"/>
    <dgm:cxn modelId="{FAF969FC-63AF-4E29-B53E-8855FECCD1A5}" type="presParOf" srcId="{C8A0D4AA-B928-46B9-BCFD-8123FB624512}" destId="{3345A716-1FF7-4080-9E62-69C71689B631}" srcOrd="3" destOrd="0" presId="urn:microsoft.com/office/officeart/2005/8/layout/vProcess5"/>
    <dgm:cxn modelId="{CD430A8E-D2E5-4A7E-828C-BD84A93392F5}" type="presParOf" srcId="{C8A0D4AA-B928-46B9-BCFD-8123FB624512}" destId="{B9DE4488-4335-4398-A1BA-E1370C12D4A3}" srcOrd="4" destOrd="0" presId="urn:microsoft.com/office/officeart/2005/8/layout/vProcess5"/>
    <dgm:cxn modelId="{AB10FCCC-FD76-4EF4-8FF3-0F473546AFED}" type="presParOf" srcId="{C8A0D4AA-B928-46B9-BCFD-8123FB624512}" destId="{F65FDA85-B50A-489A-A702-C913E0618ADB}" srcOrd="5" destOrd="0" presId="urn:microsoft.com/office/officeart/2005/8/layout/vProcess5"/>
    <dgm:cxn modelId="{DA045DC3-D655-4D1A-A973-1390AF2A33BC}" type="presParOf" srcId="{C8A0D4AA-B928-46B9-BCFD-8123FB624512}" destId="{971583DB-F79A-4651-BCA2-30278F784B08}" srcOrd="6" destOrd="0" presId="urn:microsoft.com/office/officeart/2005/8/layout/vProcess5"/>
    <dgm:cxn modelId="{87BBD010-A7B2-4071-9BEA-4C00704D3333}" type="presParOf" srcId="{C8A0D4AA-B928-46B9-BCFD-8123FB624512}" destId="{85D5525A-4350-44E5-9C23-7253493F2C67}" srcOrd="7" destOrd="0" presId="urn:microsoft.com/office/officeart/2005/8/layout/vProcess5"/>
    <dgm:cxn modelId="{8991E55D-BD60-407D-8ECC-3DB442A704CB}" type="presParOf" srcId="{C8A0D4AA-B928-46B9-BCFD-8123FB624512}" destId="{F2B8CCCA-0F75-42FE-9E6F-65B89DCE4ED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5AAD9E-93BD-4CAE-9B3C-41FDCB8E4F1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342D244-16F1-44BC-B9B5-B5C80A31DA82}">
      <dgm:prSet/>
      <dgm:spPr/>
      <dgm:t>
        <a:bodyPr/>
        <a:lstStyle/>
        <a:p>
          <a:pPr>
            <a:defRPr cap="all"/>
          </a:pPr>
          <a:r>
            <a:rPr lang="en-US"/>
            <a:t>Data cleaning and preprocessing using Python.</a:t>
          </a:r>
        </a:p>
      </dgm:t>
    </dgm:pt>
    <dgm:pt modelId="{8AAB893D-3FC8-4BC4-A718-405786CA0322}" type="parTrans" cxnId="{7E0153EC-2B80-4897-AAFF-2253FBBC0106}">
      <dgm:prSet/>
      <dgm:spPr/>
      <dgm:t>
        <a:bodyPr/>
        <a:lstStyle/>
        <a:p>
          <a:endParaRPr lang="en-US"/>
        </a:p>
      </dgm:t>
    </dgm:pt>
    <dgm:pt modelId="{76015913-B698-4BD2-B983-1B2B98C1CB7E}" type="sibTrans" cxnId="{7E0153EC-2B80-4897-AAFF-2253FBBC0106}">
      <dgm:prSet/>
      <dgm:spPr/>
      <dgm:t>
        <a:bodyPr/>
        <a:lstStyle/>
        <a:p>
          <a:endParaRPr lang="en-US"/>
        </a:p>
      </dgm:t>
    </dgm:pt>
    <dgm:pt modelId="{CE664CE6-7538-4418-9ADA-101C75C2188D}">
      <dgm:prSet/>
      <dgm:spPr/>
      <dgm:t>
        <a:bodyPr/>
        <a:lstStyle/>
        <a:p>
          <a:pPr>
            <a:defRPr cap="all"/>
          </a:pPr>
          <a:r>
            <a:rPr lang="en-US"/>
            <a:t>Customer-level RFM metric calculation.</a:t>
          </a:r>
        </a:p>
      </dgm:t>
    </dgm:pt>
    <dgm:pt modelId="{4F7CBF8E-2F2D-46F7-8C3C-86DC0EFD7554}" type="parTrans" cxnId="{A3CCDBDE-F291-4698-9B33-854488352047}">
      <dgm:prSet/>
      <dgm:spPr/>
      <dgm:t>
        <a:bodyPr/>
        <a:lstStyle/>
        <a:p>
          <a:endParaRPr lang="en-US"/>
        </a:p>
      </dgm:t>
    </dgm:pt>
    <dgm:pt modelId="{1189ACCE-1ACB-4294-AE26-402DC13700B8}" type="sibTrans" cxnId="{A3CCDBDE-F291-4698-9B33-854488352047}">
      <dgm:prSet/>
      <dgm:spPr/>
      <dgm:t>
        <a:bodyPr/>
        <a:lstStyle/>
        <a:p>
          <a:endParaRPr lang="en-US"/>
        </a:p>
      </dgm:t>
    </dgm:pt>
    <dgm:pt modelId="{FD014882-86B3-4BB3-A98C-337F1D69DAD9}">
      <dgm:prSet/>
      <dgm:spPr/>
      <dgm:t>
        <a:bodyPr/>
        <a:lstStyle/>
        <a:p>
          <a:pPr>
            <a:defRPr cap="all"/>
          </a:pPr>
          <a:r>
            <a:rPr lang="en-US"/>
            <a:t>Quantile-based scoring and segmentation.</a:t>
          </a:r>
        </a:p>
      </dgm:t>
    </dgm:pt>
    <dgm:pt modelId="{5A3D5A27-4411-449A-B87A-C22F8B36942B}" type="parTrans" cxnId="{D2C79B78-A27D-4FCB-8863-69BB7F965C32}">
      <dgm:prSet/>
      <dgm:spPr/>
      <dgm:t>
        <a:bodyPr/>
        <a:lstStyle/>
        <a:p>
          <a:endParaRPr lang="en-US"/>
        </a:p>
      </dgm:t>
    </dgm:pt>
    <dgm:pt modelId="{6ACD6B46-83E5-4002-82FA-788FCC69C775}" type="sibTrans" cxnId="{D2C79B78-A27D-4FCB-8863-69BB7F965C32}">
      <dgm:prSet/>
      <dgm:spPr/>
      <dgm:t>
        <a:bodyPr/>
        <a:lstStyle/>
        <a:p>
          <a:endParaRPr lang="en-US"/>
        </a:p>
      </dgm:t>
    </dgm:pt>
    <dgm:pt modelId="{59EC2A52-7C37-4D95-8B1F-7CDEE4BFA3F5}" type="pres">
      <dgm:prSet presAssocID="{165AAD9E-93BD-4CAE-9B3C-41FDCB8E4F15}" presName="root" presStyleCnt="0">
        <dgm:presLayoutVars>
          <dgm:dir/>
          <dgm:resizeHandles val="exact"/>
        </dgm:presLayoutVars>
      </dgm:prSet>
      <dgm:spPr/>
    </dgm:pt>
    <dgm:pt modelId="{229A3C52-787D-4BED-A574-D30B17310C92}" type="pres">
      <dgm:prSet presAssocID="{3342D244-16F1-44BC-B9B5-B5C80A31DA82}" presName="compNode" presStyleCnt="0"/>
      <dgm:spPr/>
    </dgm:pt>
    <dgm:pt modelId="{CE9327BD-D29B-493C-85DA-839AAC833B92}" type="pres">
      <dgm:prSet presAssocID="{3342D244-16F1-44BC-B9B5-B5C80A31DA82}" presName="iconBgRect" presStyleLbl="bgShp" presStyleIdx="0" presStyleCnt="3"/>
      <dgm:spPr/>
    </dgm:pt>
    <dgm:pt modelId="{435194B1-88CB-428A-B993-39EE9DC92A19}" type="pres">
      <dgm:prSet presAssocID="{3342D244-16F1-44BC-B9B5-B5C80A31DA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F048597-174D-4E63-B67A-2C25CA6562B5}" type="pres">
      <dgm:prSet presAssocID="{3342D244-16F1-44BC-B9B5-B5C80A31DA82}" presName="spaceRect" presStyleCnt="0"/>
      <dgm:spPr/>
    </dgm:pt>
    <dgm:pt modelId="{103A98B6-EC62-4D35-8170-6D657A4A8DB1}" type="pres">
      <dgm:prSet presAssocID="{3342D244-16F1-44BC-B9B5-B5C80A31DA82}" presName="textRect" presStyleLbl="revTx" presStyleIdx="0" presStyleCnt="3">
        <dgm:presLayoutVars>
          <dgm:chMax val="1"/>
          <dgm:chPref val="1"/>
        </dgm:presLayoutVars>
      </dgm:prSet>
      <dgm:spPr/>
    </dgm:pt>
    <dgm:pt modelId="{D6B9261B-6DF2-4B78-8BDB-6FB192DA13C1}" type="pres">
      <dgm:prSet presAssocID="{76015913-B698-4BD2-B983-1B2B98C1CB7E}" presName="sibTrans" presStyleCnt="0"/>
      <dgm:spPr/>
    </dgm:pt>
    <dgm:pt modelId="{6CD11F25-C013-4073-B8FF-E527A8ABCD97}" type="pres">
      <dgm:prSet presAssocID="{CE664CE6-7538-4418-9ADA-101C75C2188D}" presName="compNode" presStyleCnt="0"/>
      <dgm:spPr/>
    </dgm:pt>
    <dgm:pt modelId="{F4F7D2B1-F9CB-40D3-8DB6-CE260593C5B4}" type="pres">
      <dgm:prSet presAssocID="{CE664CE6-7538-4418-9ADA-101C75C2188D}" presName="iconBgRect" presStyleLbl="bgShp" presStyleIdx="1" presStyleCnt="3"/>
      <dgm:spPr/>
    </dgm:pt>
    <dgm:pt modelId="{81C86A91-509C-4532-956B-0A66AB4A782F}" type="pres">
      <dgm:prSet presAssocID="{CE664CE6-7538-4418-9ADA-101C75C2188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3E8EE73-BCD2-4213-BAC4-7F2B2D9AB4EF}" type="pres">
      <dgm:prSet presAssocID="{CE664CE6-7538-4418-9ADA-101C75C2188D}" presName="spaceRect" presStyleCnt="0"/>
      <dgm:spPr/>
    </dgm:pt>
    <dgm:pt modelId="{23E27817-1E39-484C-B6B8-85B94A25BD12}" type="pres">
      <dgm:prSet presAssocID="{CE664CE6-7538-4418-9ADA-101C75C2188D}" presName="textRect" presStyleLbl="revTx" presStyleIdx="1" presStyleCnt="3">
        <dgm:presLayoutVars>
          <dgm:chMax val="1"/>
          <dgm:chPref val="1"/>
        </dgm:presLayoutVars>
      </dgm:prSet>
      <dgm:spPr/>
    </dgm:pt>
    <dgm:pt modelId="{84DB17A9-D7F1-4919-9A54-BB13908D7D09}" type="pres">
      <dgm:prSet presAssocID="{1189ACCE-1ACB-4294-AE26-402DC13700B8}" presName="sibTrans" presStyleCnt="0"/>
      <dgm:spPr/>
    </dgm:pt>
    <dgm:pt modelId="{B67D2284-6C72-4FA0-83C1-657690DC0000}" type="pres">
      <dgm:prSet presAssocID="{FD014882-86B3-4BB3-A98C-337F1D69DAD9}" presName="compNode" presStyleCnt="0"/>
      <dgm:spPr/>
    </dgm:pt>
    <dgm:pt modelId="{F05F27B9-2209-4C85-903D-CD582C0CF46B}" type="pres">
      <dgm:prSet presAssocID="{FD014882-86B3-4BB3-A98C-337F1D69DAD9}" presName="iconBgRect" presStyleLbl="bgShp" presStyleIdx="2" presStyleCnt="3"/>
      <dgm:spPr/>
    </dgm:pt>
    <dgm:pt modelId="{4E07212A-2688-4D5D-8243-D2F732C8A558}" type="pres">
      <dgm:prSet presAssocID="{FD014882-86B3-4BB3-A98C-337F1D69DA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4E7A611-8A98-47B9-A19E-44ADCFE63D16}" type="pres">
      <dgm:prSet presAssocID="{FD014882-86B3-4BB3-A98C-337F1D69DAD9}" presName="spaceRect" presStyleCnt="0"/>
      <dgm:spPr/>
    </dgm:pt>
    <dgm:pt modelId="{20FFA0C5-2633-4472-AD21-4CC78CEC005E}" type="pres">
      <dgm:prSet presAssocID="{FD014882-86B3-4BB3-A98C-337F1D69DA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3F39733-3CC1-4DB8-88D8-0FA64899AC19}" type="presOf" srcId="{FD014882-86B3-4BB3-A98C-337F1D69DAD9}" destId="{20FFA0C5-2633-4472-AD21-4CC78CEC005E}" srcOrd="0" destOrd="0" presId="urn:microsoft.com/office/officeart/2018/5/layout/IconCircleLabelList"/>
    <dgm:cxn modelId="{296B7670-BBFE-47E7-A004-DA2E19A21C4A}" type="presOf" srcId="{165AAD9E-93BD-4CAE-9B3C-41FDCB8E4F15}" destId="{59EC2A52-7C37-4D95-8B1F-7CDEE4BFA3F5}" srcOrd="0" destOrd="0" presId="urn:microsoft.com/office/officeart/2018/5/layout/IconCircleLabelList"/>
    <dgm:cxn modelId="{D2C79B78-A27D-4FCB-8863-69BB7F965C32}" srcId="{165AAD9E-93BD-4CAE-9B3C-41FDCB8E4F15}" destId="{FD014882-86B3-4BB3-A98C-337F1D69DAD9}" srcOrd="2" destOrd="0" parTransId="{5A3D5A27-4411-449A-B87A-C22F8B36942B}" sibTransId="{6ACD6B46-83E5-4002-82FA-788FCC69C775}"/>
    <dgm:cxn modelId="{267C47C2-FD43-4186-9ABC-76B07134C529}" type="presOf" srcId="{3342D244-16F1-44BC-B9B5-B5C80A31DA82}" destId="{103A98B6-EC62-4D35-8170-6D657A4A8DB1}" srcOrd="0" destOrd="0" presId="urn:microsoft.com/office/officeart/2018/5/layout/IconCircleLabelList"/>
    <dgm:cxn modelId="{A3CCDBDE-F291-4698-9B33-854488352047}" srcId="{165AAD9E-93BD-4CAE-9B3C-41FDCB8E4F15}" destId="{CE664CE6-7538-4418-9ADA-101C75C2188D}" srcOrd="1" destOrd="0" parTransId="{4F7CBF8E-2F2D-46F7-8C3C-86DC0EFD7554}" sibTransId="{1189ACCE-1ACB-4294-AE26-402DC13700B8}"/>
    <dgm:cxn modelId="{A9FA49E4-8032-4880-9C49-340D6D7566B8}" type="presOf" srcId="{CE664CE6-7538-4418-9ADA-101C75C2188D}" destId="{23E27817-1E39-484C-B6B8-85B94A25BD12}" srcOrd="0" destOrd="0" presId="urn:microsoft.com/office/officeart/2018/5/layout/IconCircleLabelList"/>
    <dgm:cxn modelId="{7E0153EC-2B80-4897-AAFF-2253FBBC0106}" srcId="{165AAD9E-93BD-4CAE-9B3C-41FDCB8E4F15}" destId="{3342D244-16F1-44BC-B9B5-B5C80A31DA82}" srcOrd="0" destOrd="0" parTransId="{8AAB893D-3FC8-4BC4-A718-405786CA0322}" sibTransId="{76015913-B698-4BD2-B983-1B2B98C1CB7E}"/>
    <dgm:cxn modelId="{2E9A13D3-AEDA-403F-A54A-7A3EA493F09A}" type="presParOf" srcId="{59EC2A52-7C37-4D95-8B1F-7CDEE4BFA3F5}" destId="{229A3C52-787D-4BED-A574-D30B17310C92}" srcOrd="0" destOrd="0" presId="urn:microsoft.com/office/officeart/2018/5/layout/IconCircleLabelList"/>
    <dgm:cxn modelId="{CA21F6F2-8347-4800-AA98-D35BE6EE2156}" type="presParOf" srcId="{229A3C52-787D-4BED-A574-D30B17310C92}" destId="{CE9327BD-D29B-493C-85DA-839AAC833B92}" srcOrd="0" destOrd="0" presId="urn:microsoft.com/office/officeart/2018/5/layout/IconCircleLabelList"/>
    <dgm:cxn modelId="{A0DCE291-0CEC-4AD8-A38C-5BF49EBE4970}" type="presParOf" srcId="{229A3C52-787D-4BED-A574-D30B17310C92}" destId="{435194B1-88CB-428A-B993-39EE9DC92A19}" srcOrd="1" destOrd="0" presId="urn:microsoft.com/office/officeart/2018/5/layout/IconCircleLabelList"/>
    <dgm:cxn modelId="{E6C62F94-D742-48B0-9223-A63EEFB33E67}" type="presParOf" srcId="{229A3C52-787D-4BED-A574-D30B17310C92}" destId="{7F048597-174D-4E63-B67A-2C25CA6562B5}" srcOrd="2" destOrd="0" presId="urn:microsoft.com/office/officeart/2018/5/layout/IconCircleLabelList"/>
    <dgm:cxn modelId="{8860693C-CC8E-46BC-BD1C-336565492E8F}" type="presParOf" srcId="{229A3C52-787D-4BED-A574-D30B17310C92}" destId="{103A98B6-EC62-4D35-8170-6D657A4A8DB1}" srcOrd="3" destOrd="0" presId="urn:microsoft.com/office/officeart/2018/5/layout/IconCircleLabelList"/>
    <dgm:cxn modelId="{043F433D-1974-4BC4-963D-970CD3F8F0E1}" type="presParOf" srcId="{59EC2A52-7C37-4D95-8B1F-7CDEE4BFA3F5}" destId="{D6B9261B-6DF2-4B78-8BDB-6FB192DA13C1}" srcOrd="1" destOrd="0" presId="urn:microsoft.com/office/officeart/2018/5/layout/IconCircleLabelList"/>
    <dgm:cxn modelId="{51EC084F-6B21-412F-AE31-9694CBB9684E}" type="presParOf" srcId="{59EC2A52-7C37-4D95-8B1F-7CDEE4BFA3F5}" destId="{6CD11F25-C013-4073-B8FF-E527A8ABCD97}" srcOrd="2" destOrd="0" presId="urn:microsoft.com/office/officeart/2018/5/layout/IconCircleLabelList"/>
    <dgm:cxn modelId="{4480DF6C-AEF9-4A65-B230-5A6F92423DB9}" type="presParOf" srcId="{6CD11F25-C013-4073-B8FF-E527A8ABCD97}" destId="{F4F7D2B1-F9CB-40D3-8DB6-CE260593C5B4}" srcOrd="0" destOrd="0" presId="urn:microsoft.com/office/officeart/2018/5/layout/IconCircleLabelList"/>
    <dgm:cxn modelId="{1B550ADB-BFCF-4370-AEA2-FB11B6FC3AA2}" type="presParOf" srcId="{6CD11F25-C013-4073-B8FF-E527A8ABCD97}" destId="{81C86A91-509C-4532-956B-0A66AB4A782F}" srcOrd="1" destOrd="0" presId="urn:microsoft.com/office/officeart/2018/5/layout/IconCircleLabelList"/>
    <dgm:cxn modelId="{226AB820-E5D2-4DB1-BC5C-4949502F5D93}" type="presParOf" srcId="{6CD11F25-C013-4073-B8FF-E527A8ABCD97}" destId="{C3E8EE73-BCD2-4213-BAC4-7F2B2D9AB4EF}" srcOrd="2" destOrd="0" presId="urn:microsoft.com/office/officeart/2018/5/layout/IconCircleLabelList"/>
    <dgm:cxn modelId="{E7409E57-E8B0-483D-83F0-429A35D1A2B8}" type="presParOf" srcId="{6CD11F25-C013-4073-B8FF-E527A8ABCD97}" destId="{23E27817-1E39-484C-B6B8-85B94A25BD12}" srcOrd="3" destOrd="0" presId="urn:microsoft.com/office/officeart/2018/5/layout/IconCircleLabelList"/>
    <dgm:cxn modelId="{874CDE8D-1910-42FD-A7C1-E89224685141}" type="presParOf" srcId="{59EC2A52-7C37-4D95-8B1F-7CDEE4BFA3F5}" destId="{84DB17A9-D7F1-4919-9A54-BB13908D7D09}" srcOrd="3" destOrd="0" presId="urn:microsoft.com/office/officeart/2018/5/layout/IconCircleLabelList"/>
    <dgm:cxn modelId="{D4BC866F-6947-4F3D-B084-24E41BD4B512}" type="presParOf" srcId="{59EC2A52-7C37-4D95-8B1F-7CDEE4BFA3F5}" destId="{B67D2284-6C72-4FA0-83C1-657690DC0000}" srcOrd="4" destOrd="0" presId="urn:microsoft.com/office/officeart/2018/5/layout/IconCircleLabelList"/>
    <dgm:cxn modelId="{FC291F66-5ACE-43A7-A933-2E04A3D562B8}" type="presParOf" srcId="{B67D2284-6C72-4FA0-83C1-657690DC0000}" destId="{F05F27B9-2209-4C85-903D-CD582C0CF46B}" srcOrd="0" destOrd="0" presId="urn:microsoft.com/office/officeart/2018/5/layout/IconCircleLabelList"/>
    <dgm:cxn modelId="{83D811F4-910B-419B-905A-CFCFDDA8F316}" type="presParOf" srcId="{B67D2284-6C72-4FA0-83C1-657690DC0000}" destId="{4E07212A-2688-4D5D-8243-D2F732C8A558}" srcOrd="1" destOrd="0" presId="urn:microsoft.com/office/officeart/2018/5/layout/IconCircleLabelList"/>
    <dgm:cxn modelId="{AE3519B5-B5DA-4F4F-81DA-0803AB5D710C}" type="presParOf" srcId="{B67D2284-6C72-4FA0-83C1-657690DC0000}" destId="{04E7A611-8A98-47B9-A19E-44ADCFE63D16}" srcOrd="2" destOrd="0" presId="urn:microsoft.com/office/officeart/2018/5/layout/IconCircleLabelList"/>
    <dgm:cxn modelId="{122AB8F2-9DD6-4CE8-B2F9-D923BA18098A}" type="presParOf" srcId="{B67D2284-6C72-4FA0-83C1-657690DC0000}" destId="{20FFA0C5-2633-4472-AD21-4CC78CEC005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4FCE93-433D-4026-9E75-371E811F5A9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A3787CE-6BB2-456C-92E4-F578913B0C47}">
      <dgm:prSet/>
      <dgm:spPr/>
      <dgm:t>
        <a:bodyPr/>
        <a:lstStyle/>
        <a:p>
          <a:r>
            <a:rPr lang="en-US"/>
            <a:t>Recency: Days since last purchase.</a:t>
          </a:r>
        </a:p>
      </dgm:t>
    </dgm:pt>
    <dgm:pt modelId="{4D9410F8-131A-4587-93F3-57F529DD9E1F}" type="parTrans" cxnId="{F041DEC0-5C68-46A9-BDF5-82139A911C02}">
      <dgm:prSet/>
      <dgm:spPr/>
      <dgm:t>
        <a:bodyPr/>
        <a:lstStyle/>
        <a:p>
          <a:endParaRPr lang="en-US"/>
        </a:p>
      </dgm:t>
    </dgm:pt>
    <dgm:pt modelId="{C456012D-E05F-4B6C-B8E1-C3B8D2A4E66A}" type="sibTrans" cxnId="{F041DEC0-5C68-46A9-BDF5-82139A911C02}">
      <dgm:prSet/>
      <dgm:spPr/>
      <dgm:t>
        <a:bodyPr/>
        <a:lstStyle/>
        <a:p>
          <a:endParaRPr lang="en-US"/>
        </a:p>
      </dgm:t>
    </dgm:pt>
    <dgm:pt modelId="{DEB3045B-1C19-485F-B31B-BBBEC13CA60B}">
      <dgm:prSet/>
      <dgm:spPr/>
      <dgm:t>
        <a:bodyPr/>
        <a:lstStyle/>
        <a:p>
          <a:r>
            <a:rPr lang="en-US"/>
            <a:t>Frequency: Number of unique orders.</a:t>
          </a:r>
        </a:p>
      </dgm:t>
    </dgm:pt>
    <dgm:pt modelId="{51D1F6EA-C4E1-4BC0-9A06-8FD7E0A08B0D}" type="parTrans" cxnId="{4C1E603C-A705-4899-994E-A05981B44BF0}">
      <dgm:prSet/>
      <dgm:spPr/>
      <dgm:t>
        <a:bodyPr/>
        <a:lstStyle/>
        <a:p>
          <a:endParaRPr lang="en-US"/>
        </a:p>
      </dgm:t>
    </dgm:pt>
    <dgm:pt modelId="{896480D8-DB2B-461A-A3DF-508219A2315E}" type="sibTrans" cxnId="{4C1E603C-A705-4899-994E-A05981B44BF0}">
      <dgm:prSet/>
      <dgm:spPr/>
      <dgm:t>
        <a:bodyPr/>
        <a:lstStyle/>
        <a:p>
          <a:endParaRPr lang="en-US"/>
        </a:p>
      </dgm:t>
    </dgm:pt>
    <dgm:pt modelId="{3D976660-C458-48C6-8B36-057E86C7FA08}">
      <dgm:prSet/>
      <dgm:spPr/>
      <dgm:t>
        <a:bodyPr/>
        <a:lstStyle/>
        <a:p>
          <a:r>
            <a:rPr lang="en-US"/>
            <a:t>Monetary: Total spending by customer.</a:t>
          </a:r>
        </a:p>
      </dgm:t>
    </dgm:pt>
    <dgm:pt modelId="{903EB668-75C9-46E5-B8CC-496F56C3D787}" type="parTrans" cxnId="{609B05A0-9F96-4208-913A-CA156408795C}">
      <dgm:prSet/>
      <dgm:spPr/>
      <dgm:t>
        <a:bodyPr/>
        <a:lstStyle/>
        <a:p>
          <a:endParaRPr lang="en-US"/>
        </a:p>
      </dgm:t>
    </dgm:pt>
    <dgm:pt modelId="{EBFF6D17-848F-4D3E-A5DF-DD5F8091F8C4}" type="sibTrans" cxnId="{609B05A0-9F96-4208-913A-CA156408795C}">
      <dgm:prSet/>
      <dgm:spPr/>
      <dgm:t>
        <a:bodyPr/>
        <a:lstStyle/>
        <a:p>
          <a:endParaRPr lang="en-US"/>
        </a:p>
      </dgm:t>
    </dgm:pt>
    <dgm:pt modelId="{9ABB51B1-C18E-4E50-B403-D90743D01AF2}" type="pres">
      <dgm:prSet presAssocID="{6D4FCE93-433D-4026-9E75-371E811F5A99}" presName="diagram" presStyleCnt="0">
        <dgm:presLayoutVars>
          <dgm:dir/>
          <dgm:resizeHandles val="exact"/>
        </dgm:presLayoutVars>
      </dgm:prSet>
      <dgm:spPr/>
    </dgm:pt>
    <dgm:pt modelId="{FCE2CF2F-AC80-4CF1-8221-FDB6EE16E43D}" type="pres">
      <dgm:prSet presAssocID="{5A3787CE-6BB2-456C-92E4-F578913B0C47}" presName="node" presStyleLbl="node1" presStyleIdx="0" presStyleCnt="3">
        <dgm:presLayoutVars>
          <dgm:bulletEnabled val="1"/>
        </dgm:presLayoutVars>
      </dgm:prSet>
      <dgm:spPr/>
    </dgm:pt>
    <dgm:pt modelId="{76FBF955-CC83-4ED4-8B81-C3EDC18BE93E}" type="pres">
      <dgm:prSet presAssocID="{C456012D-E05F-4B6C-B8E1-C3B8D2A4E66A}" presName="sibTrans" presStyleCnt="0"/>
      <dgm:spPr/>
    </dgm:pt>
    <dgm:pt modelId="{BD18FCAC-23A9-4D0C-A8F4-9E46028EF8B7}" type="pres">
      <dgm:prSet presAssocID="{DEB3045B-1C19-485F-B31B-BBBEC13CA60B}" presName="node" presStyleLbl="node1" presStyleIdx="1" presStyleCnt="3">
        <dgm:presLayoutVars>
          <dgm:bulletEnabled val="1"/>
        </dgm:presLayoutVars>
      </dgm:prSet>
      <dgm:spPr/>
    </dgm:pt>
    <dgm:pt modelId="{388B1F8C-D328-4995-BD2A-39CBE1A8F61D}" type="pres">
      <dgm:prSet presAssocID="{896480D8-DB2B-461A-A3DF-508219A2315E}" presName="sibTrans" presStyleCnt="0"/>
      <dgm:spPr/>
    </dgm:pt>
    <dgm:pt modelId="{CC9A2170-AC60-488C-8718-70C694F51C5D}" type="pres">
      <dgm:prSet presAssocID="{3D976660-C458-48C6-8B36-057E86C7FA08}" presName="node" presStyleLbl="node1" presStyleIdx="2" presStyleCnt="3">
        <dgm:presLayoutVars>
          <dgm:bulletEnabled val="1"/>
        </dgm:presLayoutVars>
      </dgm:prSet>
      <dgm:spPr/>
    </dgm:pt>
  </dgm:ptLst>
  <dgm:cxnLst>
    <dgm:cxn modelId="{4C1E603C-A705-4899-994E-A05981B44BF0}" srcId="{6D4FCE93-433D-4026-9E75-371E811F5A99}" destId="{DEB3045B-1C19-485F-B31B-BBBEC13CA60B}" srcOrd="1" destOrd="0" parTransId="{51D1F6EA-C4E1-4BC0-9A06-8FD7E0A08B0D}" sibTransId="{896480D8-DB2B-461A-A3DF-508219A2315E}"/>
    <dgm:cxn modelId="{E98D183F-CDD4-40CF-9690-AD6D63513071}" type="presOf" srcId="{DEB3045B-1C19-485F-B31B-BBBEC13CA60B}" destId="{BD18FCAC-23A9-4D0C-A8F4-9E46028EF8B7}" srcOrd="0" destOrd="0" presId="urn:microsoft.com/office/officeart/2005/8/layout/default"/>
    <dgm:cxn modelId="{C2517E55-5A5E-4D17-A498-B80ED859DCD9}" type="presOf" srcId="{3D976660-C458-48C6-8B36-057E86C7FA08}" destId="{CC9A2170-AC60-488C-8718-70C694F51C5D}" srcOrd="0" destOrd="0" presId="urn:microsoft.com/office/officeart/2005/8/layout/default"/>
    <dgm:cxn modelId="{B4E09E94-46C0-41D3-83A9-C7E1F1E17B49}" type="presOf" srcId="{5A3787CE-6BB2-456C-92E4-F578913B0C47}" destId="{FCE2CF2F-AC80-4CF1-8221-FDB6EE16E43D}" srcOrd="0" destOrd="0" presId="urn:microsoft.com/office/officeart/2005/8/layout/default"/>
    <dgm:cxn modelId="{609B05A0-9F96-4208-913A-CA156408795C}" srcId="{6D4FCE93-433D-4026-9E75-371E811F5A99}" destId="{3D976660-C458-48C6-8B36-057E86C7FA08}" srcOrd="2" destOrd="0" parTransId="{903EB668-75C9-46E5-B8CC-496F56C3D787}" sibTransId="{EBFF6D17-848F-4D3E-A5DF-DD5F8091F8C4}"/>
    <dgm:cxn modelId="{F041DEC0-5C68-46A9-BDF5-82139A911C02}" srcId="{6D4FCE93-433D-4026-9E75-371E811F5A99}" destId="{5A3787CE-6BB2-456C-92E4-F578913B0C47}" srcOrd="0" destOrd="0" parTransId="{4D9410F8-131A-4587-93F3-57F529DD9E1F}" sibTransId="{C456012D-E05F-4B6C-B8E1-C3B8D2A4E66A}"/>
    <dgm:cxn modelId="{BA5EC1FC-CA3B-4E79-AC09-A56AC9D13F45}" type="presOf" srcId="{6D4FCE93-433D-4026-9E75-371E811F5A99}" destId="{9ABB51B1-C18E-4E50-B403-D90743D01AF2}" srcOrd="0" destOrd="0" presId="urn:microsoft.com/office/officeart/2005/8/layout/default"/>
    <dgm:cxn modelId="{E9E1182E-7B85-48DD-90AB-3D4CC0449BBF}" type="presParOf" srcId="{9ABB51B1-C18E-4E50-B403-D90743D01AF2}" destId="{FCE2CF2F-AC80-4CF1-8221-FDB6EE16E43D}" srcOrd="0" destOrd="0" presId="urn:microsoft.com/office/officeart/2005/8/layout/default"/>
    <dgm:cxn modelId="{E48E43B8-0106-47DC-A39A-86D973CCE50D}" type="presParOf" srcId="{9ABB51B1-C18E-4E50-B403-D90743D01AF2}" destId="{76FBF955-CC83-4ED4-8B81-C3EDC18BE93E}" srcOrd="1" destOrd="0" presId="urn:microsoft.com/office/officeart/2005/8/layout/default"/>
    <dgm:cxn modelId="{AAD2A18B-1ACF-4A35-9AC7-2A487F9F3B42}" type="presParOf" srcId="{9ABB51B1-C18E-4E50-B403-D90743D01AF2}" destId="{BD18FCAC-23A9-4D0C-A8F4-9E46028EF8B7}" srcOrd="2" destOrd="0" presId="urn:microsoft.com/office/officeart/2005/8/layout/default"/>
    <dgm:cxn modelId="{1016FBBD-D7AB-4EDC-8EA4-A2BE4A3DF2B0}" type="presParOf" srcId="{9ABB51B1-C18E-4E50-B403-D90743D01AF2}" destId="{388B1F8C-D328-4995-BD2A-39CBE1A8F61D}" srcOrd="3" destOrd="0" presId="urn:microsoft.com/office/officeart/2005/8/layout/default"/>
    <dgm:cxn modelId="{522BB9CC-6819-4BD5-BE13-3182AAD1AFF5}" type="presParOf" srcId="{9ABB51B1-C18E-4E50-B403-D90743D01AF2}" destId="{CC9A2170-AC60-488C-8718-70C694F51C5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7C09AAE-E5CF-4869-BBB1-FB2EDBB11038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09838D-0C5C-4A84-8E59-A9296063A8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Champions</a:t>
          </a:r>
        </a:p>
      </dgm:t>
    </dgm:pt>
    <dgm:pt modelId="{2F1BD8AE-89C5-418B-AE2E-05BAF1FEFE33}" type="parTrans" cxnId="{295A9026-6D83-4ECF-AAEA-EDDEBF2D34DA}">
      <dgm:prSet/>
      <dgm:spPr/>
      <dgm:t>
        <a:bodyPr/>
        <a:lstStyle/>
        <a:p>
          <a:endParaRPr lang="en-US"/>
        </a:p>
      </dgm:t>
    </dgm:pt>
    <dgm:pt modelId="{14E37A04-A4A2-4E63-9DFC-1683593414D1}" type="sibTrans" cxnId="{295A9026-6D83-4ECF-AAEA-EDDEBF2D34D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72D595-1A57-48BB-B340-4A663FB33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Loyal Customers</a:t>
          </a:r>
        </a:p>
      </dgm:t>
    </dgm:pt>
    <dgm:pt modelId="{A2C9765D-4EA7-4602-8950-D8DE14988414}" type="parTrans" cxnId="{5387753E-5ED7-4B46-B4AB-D5AD30E8DC9A}">
      <dgm:prSet/>
      <dgm:spPr/>
      <dgm:t>
        <a:bodyPr/>
        <a:lstStyle/>
        <a:p>
          <a:endParaRPr lang="en-US"/>
        </a:p>
      </dgm:t>
    </dgm:pt>
    <dgm:pt modelId="{F6144430-74E9-4CB7-8E08-29C567180480}" type="sibTrans" cxnId="{5387753E-5ED7-4B46-B4AB-D5AD30E8DC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408F2E9-7425-4659-B900-0BEC47A80A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Potential Loyalists</a:t>
          </a:r>
        </a:p>
      </dgm:t>
    </dgm:pt>
    <dgm:pt modelId="{C88137E0-1ACB-4022-8F6F-188362D4E7F9}" type="parTrans" cxnId="{2B6D1698-04F3-4C9C-9040-D2C4757CD488}">
      <dgm:prSet/>
      <dgm:spPr/>
      <dgm:t>
        <a:bodyPr/>
        <a:lstStyle/>
        <a:p>
          <a:endParaRPr lang="en-US"/>
        </a:p>
      </dgm:t>
    </dgm:pt>
    <dgm:pt modelId="{60F48AE3-267E-4799-A1D2-233C614D0F73}" type="sibTrans" cxnId="{2B6D1698-04F3-4C9C-9040-D2C4757CD4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FE3400-7F13-4050-9CF9-488F41D557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Risk</a:t>
          </a:r>
        </a:p>
      </dgm:t>
    </dgm:pt>
    <dgm:pt modelId="{76E7C40B-900C-4DEA-B053-3A0DC82389D5}" type="parTrans" cxnId="{5A58F2EA-FC4A-4182-ABB7-3C008C22E0DE}">
      <dgm:prSet/>
      <dgm:spPr/>
      <dgm:t>
        <a:bodyPr/>
        <a:lstStyle/>
        <a:p>
          <a:endParaRPr lang="en-US"/>
        </a:p>
      </dgm:t>
    </dgm:pt>
    <dgm:pt modelId="{FF3AC626-C993-47E0-A661-B8C0E77184F2}" type="sibTrans" cxnId="{5A58F2EA-FC4A-4182-ABB7-3C008C22E0D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76BACB-59DB-46C3-AB48-0F51DD5FCF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Lost Customers</a:t>
          </a:r>
        </a:p>
      </dgm:t>
    </dgm:pt>
    <dgm:pt modelId="{3A166652-5701-42EA-9A26-6E15E931DB51}" type="parTrans" cxnId="{DCD57161-3B23-4B29-B972-D55C85B8494A}">
      <dgm:prSet/>
      <dgm:spPr/>
      <dgm:t>
        <a:bodyPr/>
        <a:lstStyle/>
        <a:p>
          <a:endParaRPr lang="en-US"/>
        </a:p>
      </dgm:t>
    </dgm:pt>
    <dgm:pt modelId="{1C8A82E3-4839-454B-BB4E-5CD7844286EF}" type="sibTrans" cxnId="{DCD57161-3B23-4B29-B972-D55C85B8494A}">
      <dgm:prSet/>
      <dgm:spPr/>
      <dgm:t>
        <a:bodyPr/>
        <a:lstStyle/>
        <a:p>
          <a:endParaRPr lang="en-US"/>
        </a:p>
      </dgm:t>
    </dgm:pt>
    <dgm:pt modelId="{6D006DC3-FD37-4C89-8A77-DE9FD751A226}" type="pres">
      <dgm:prSet presAssocID="{97C09AAE-E5CF-4869-BBB1-FB2EDBB11038}" presName="root" presStyleCnt="0">
        <dgm:presLayoutVars>
          <dgm:dir/>
          <dgm:resizeHandles val="exact"/>
        </dgm:presLayoutVars>
      </dgm:prSet>
      <dgm:spPr/>
    </dgm:pt>
    <dgm:pt modelId="{6182446A-4BF1-4D3A-A959-70CF87FEFF03}" type="pres">
      <dgm:prSet presAssocID="{97C09AAE-E5CF-4869-BBB1-FB2EDBB11038}" presName="container" presStyleCnt="0">
        <dgm:presLayoutVars>
          <dgm:dir/>
          <dgm:resizeHandles val="exact"/>
        </dgm:presLayoutVars>
      </dgm:prSet>
      <dgm:spPr/>
    </dgm:pt>
    <dgm:pt modelId="{F9C0DE03-9991-426C-B84D-CFCAB742B028}" type="pres">
      <dgm:prSet presAssocID="{A309838D-0C5C-4A84-8E59-A9296063A881}" presName="compNode" presStyleCnt="0"/>
      <dgm:spPr/>
    </dgm:pt>
    <dgm:pt modelId="{F0B293CC-9DEF-4876-A365-417C49AF404C}" type="pres">
      <dgm:prSet presAssocID="{A309838D-0C5C-4A84-8E59-A9296063A881}" presName="iconBgRect" presStyleLbl="bgShp" presStyleIdx="0" presStyleCnt="5"/>
      <dgm:spPr/>
    </dgm:pt>
    <dgm:pt modelId="{F7EE0D69-FA3C-414C-B5C1-DA8AE72B05D8}" type="pres">
      <dgm:prSet presAssocID="{A309838D-0C5C-4A84-8E59-A9296063A88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2A79D4EC-5D9F-4E00-91F2-A77AF5660747}" type="pres">
      <dgm:prSet presAssocID="{A309838D-0C5C-4A84-8E59-A9296063A881}" presName="spaceRect" presStyleCnt="0"/>
      <dgm:spPr/>
    </dgm:pt>
    <dgm:pt modelId="{D75A3E59-F18C-49E3-B85F-C932695AC165}" type="pres">
      <dgm:prSet presAssocID="{A309838D-0C5C-4A84-8E59-A9296063A881}" presName="textRect" presStyleLbl="revTx" presStyleIdx="0" presStyleCnt="5">
        <dgm:presLayoutVars>
          <dgm:chMax val="1"/>
          <dgm:chPref val="1"/>
        </dgm:presLayoutVars>
      </dgm:prSet>
      <dgm:spPr/>
    </dgm:pt>
    <dgm:pt modelId="{76B211D3-6B6E-4BA3-A50F-9CF00D101EF7}" type="pres">
      <dgm:prSet presAssocID="{14E37A04-A4A2-4E63-9DFC-1683593414D1}" presName="sibTrans" presStyleLbl="sibTrans2D1" presStyleIdx="0" presStyleCnt="0"/>
      <dgm:spPr/>
    </dgm:pt>
    <dgm:pt modelId="{D97EDF0D-29C2-4FFB-B21F-11EFF8DE5690}" type="pres">
      <dgm:prSet presAssocID="{6172D595-1A57-48BB-B340-4A663FB33C30}" presName="compNode" presStyleCnt="0"/>
      <dgm:spPr/>
    </dgm:pt>
    <dgm:pt modelId="{AC8C7120-4B19-43B7-AB9A-D84E91DA080B}" type="pres">
      <dgm:prSet presAssocID="{6172D595-1A57-48BB-B340-4A663FB33C30}" presName="iconBgRect" presStyleLbl="bgShp" presStyleIdx="1" presStyleCnt="5"/>
      <dgm:spPr/>
    </dgm:pt>
    <dgm:pt modelId="{0C5D4951-6F17-42E6-9C97-88B0D87E9082}" type="pres">
      <dgm:prSet presAssocID="{6172D595-1A57-48BB-B340-4A663FB33C3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04564A4-AE48-4240-93DF-1F098195A155}" type="pres">
      <dgm:prSet presAssocID="{6172D595-1A57-48BB-B340-4A663FB33C30}" presName="spaceRect" presStyleCnt="0"/>
      <dgm:spPr/>
    </dgm:pt>
    <dgm:pt modelId="{8DB21CA8-CD44-4A84-9A19-995736463AFD}" type="pres">
      <dgm:prSet presAssocID="{6172D595-1A57-48BB-B340-4A663FB33C30}" presName="textRect" presStyleLbl="revTx" presStyleIdx="1" presStyleCnt="5">
        <dgm:presLayoutVars>
          <dgm:chMax val="1"/>
          <dgm:chPref val="1"/>
        </dgm:presLayoutVars>
      </dgm:prSet>
      <dgm:spPr/>
    </dgm:pt>
    <dgm:pt modelId="{997DB51E-0093-4A71-AB79-C0AF95F74070}" type="pres">
      <dgm:prSet presAssocID="{F6144430-74E9-4CB7-8E08-29C567180480}" presName="sibTrans" presStyleLbl="sibTrans2D1" presStyleIdx="0" presStyleCnt="0"/>
      <dgm:spPr/>
    </dgm:pt>
    <dgm:pt modelId="{BE220271-60E4-4F98-B637-B5250BBE4311}" type="pres">
      <dgm:prSet presAssocID="{6408F2E9-7425-4659-B900-0BEC47A80A1E}" presName="compNode" presStyleCnt="0"/>
      <dgm:spPr/>
    </dgm:pt>
    <dgm:pt modelId="{FA706318-AA06-4A87-AD44-61637C473212}" type="pres">
      <dgm:prSet presAssocID="{6408F2E9-7425-4659-B900-0BEC47A80A1E}" presName="iconBgRect" presStyleLbl="bgShp" presStyleIdx="2" presStyleCnt="5"/>
      <dgm:spPr/>
    </dgm:pt>
    <dgm:pt modelId="{B0920375-0003-4C83-A0C6-68273AA58F9F}" type="pres">
      <dgm:prSet presAssocID="{6408F2E9-7425-4659-B900-0BEC47A80A1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33B81E4-E239-4A77-A010-F2B739835D70}" type="pres">
      <dgm:prSet presAssocID="{6408F2E9-7425-4659-B900-0BEC47A80A1E}" presName="spaceRect" presStyleCnt="0"/>
      <dgm:spPr/>
    </dgm:pt>
    <dgm:pt modelId="{14E401D9-416B-48A4-8877-88BC2DE711FD}" type="pres">
      <dgm:prSet presAssocID="{6408F2E9-7425-4659-B900-0BEC47A80A1E}" presName="textRect" presStyleLbl="revTx" presStyleIdx="2" presStyleCnt="5">
        <dgm:presLayoutVars>
          <dgm:chMax val="1"/>
          <dgm:chPref val="1"/>
        </dgm:presLayoutVars>
      </dgm:prSet>
      <dgm:spPr/>
    </dgm:pt>
    <dgm:pt modelId="{D51B9DB2-1610-43E0-9892-B0895CF3166E}" type="pres">
      <dgm:prSet presAssocID="{60F48AE3-267E-4799-A1D2-233C614D0F73}" presName="sibTrans" presStyleLbl="sibTrans2D1" presStyleIdx="0" presStyleCnt="0"/>
      <dgm:spPr/>
    </dgm:pt>
    <dgm:pt modelId="{9A09EC4A-A295-4EB7-B095-721E4CE6FDB2}" type="pres">
      <dgm:prSet presAssocID="{52FE3400-7F13-4050-9CF9-488F41D557CE}" presName="compNode" presStyleCnt="0"/>
      <dgm:spPr/>
    </dgm:pt>
    <dgm:pt modelId="{6E9A12CC-DEF9-47C4-B41D-34B55BC7D12B}" type="pres">
      <dgm:prSet presAssocID="{52FE3400-7F13-4050-9CF9-488F41D557CE}" presName="iconBgRect" presStyleLbl="bgShp" presStyleIdx="3" presStyleCnt="5"/>
      <dgm:spPr/>
    </dgm:pt>
    <dgm:pt modelId="{F1625162-9BB5-4A02-9B4A-BF2C6C8D8F53}" type="pres">
      <dgm:prSet presAssocID="{52FE3400-7F13-4050-9CF9-488F41D557C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80000CD-3634-49F1-9D13-8F0FCAA05662}" type="pres">
      <dgm:prSet presAssocID="{52FE3400-7F13-4050-9CF9-488F41D557CE}" presName="spaceRect" presStyleCnt="0"/>
      <dgm:spPr/>
    </dgm:pt>
    <dgm:pt modelId="{AF6A8B17-74A1-46FE-A6B1-F6C19FABE7B9}" type="pres">
      <dgm:prSet presAssocID="{52FE3400-7F13-4050-9CF9-488F41D557CE}" presName="textRect" presStyleLbl="revTx" presStyleIdx="3" presStyleCnt="5">
        <dgm:presLayoutVars>
          <dgm:chMax val="1"/>
          <dgm:chPref val="1"/>
        </dgm:presLayoutVars>
      </dgm:prSet>
      <dgm:spPr/>
    </dgm:pt>
    <dgm:pt modelId="{DC28919F-018F-4A7E-BB1B-81C73F0A0137}" type="pres">
      <dgm:prSet presAssocID="{FF3AC626-C993-47E0-A661-B8C0E77184F2}" presName="sibTrans" presStyleLbl="sibTrans2D1" presStyleIdx="0" presStyleCnt="0"/>
      <dgm:spPr/>
    </dgm:pt>
    <dgm:pt modelId="{20162CC9-0401-45D1-A312-F6AB4C831645}" type="pres">
      <dgm:prSet presAssocID="{7F76BACB-59DB-46C3-AB48-0F51DD5FCFA7}" presName="compNode" presStyleCnt="0"/>
      <dgm:spPr/>
    </dgm:pt>
    <dgm:pt modelId="{3EA756BD-4101-4BE5-9322-4CEF296A0A4E}" type="pres">
      <dgm:prSet presAssocID="{7F76BACB-59DB-46C3-AB48-0F51DD5FCFA7}" presName="iconBgRect" presStyleLbl="bgShp" presStyleIdx="4" presStyleCnt="5"/>
      <dgm:spPr/>
    </dgm:pt>
    <dgm:pt modelId="{7308DE6A-AD5C-4155-A4F3-FE552F9D57DE}" type="pres">
      <dgm:prSet presAssocID="{7F76BACB-59DB-46C3-AB48-0F51DD5FCFA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4B8BB32E-9402-4208-8846-D046BF079CA9}" type="pres">
      <dgm:prSet presAssocID="{7F76BACB-59DB-46C3-AB48-0F51DD5FCFA7}" presName="spaceRect" presStyleCnt="0"/>
      <dgm:spPr/>
    </dgm:pt>
    <dgm:pt modelId="{BB245DE4-8CC1-49B2-A11F-BF977A8EBC2C}" type="pres">
      <dgm:prSet presAssocID="{7F76BACB-59DB-46C3-AB48-0F51DD5FCFA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C7A610C-4CC2-4A8E-85AF-6E57CD4CB40A}" type="presOf" srcId="{7F76BACB-59DB-46C3-AB48-0F51DD5FCFA7}" destId="{BB245DE4-8CC1-49B2-A11F-BF977A8EBC2C}" srcOrd="0" destOrd="0" presId="urn:microsoft.com/office/officeart/2018/2/layout/IconCircleList"/>
    <dgm:cxn modelId="{BC29AA1A-5662-4288-8462-91CEB86145D2}" type="presOf" srcId="{6408F2E9-7425-4659-B900-0BEC47A80A1E}" destId="{14E401D9-416B-48A4-8877-88BC2DE711FD}" srcOrd="0" destOrd="0" presId="urn:microsoft.com/office/officeart/2018/2/layout/IconCircleList"/>
    <dgm:cxn modelId="{465FD31B-E7DC-432C-AFBA-A40BE7C6E9C4}" type="presOf" srcId="{FF3AC626-C993-47E0-A661-B8C0E77184F2}" destId="{DC28919F-018F-4A7E-BB1B-81C73F0A0137}" srcOrd="0" destOrd="0" presId="urn:microsoft.com/office/officeart/2018/2/layout/IconCircleList"/>
    <dgm:cxn modelId="{295A9026-6D83-4ECF-AAEA-EDDEBF2D34DA}" srcId="{97C09AAE-E5CF-4869-BBB1-FB2EDBB11038}" destId="{A309838D-0C5C-4A84-8E59-A9296063A881}" srcOrd="0" destOrd="0" parTransId="{2F1BD8AE-89C5-418B-AE2E-05BAF1FEFE33}" sibTransId="{14E37A04-A4A2-4E63-9DFC-1683593414D1}"/>
    <dgm:cxn modelId="{5387753E-5ED7-4B46-B4AB-D5AD30E8DC9A}" srcId="{97C09AAE-E5CF-4869-BBB1-FB2EDBB11038}" destId="{6172D595-1A57-48BB-B340-4A663FB33C30}" srcOrd="1" destOrd="0" parTransId="{A2C9765D-4EA7-4602-8950-D8DE14988414}" sibTransId="{F6144430-74E9-4CB7-8E08-29C567180480}"/>
    <dgm:cxn modelId="{DCD57161-3B23-4B29-B972-D55C85B8494A}" srcId="{97C09AAE-E5CF-4869-BBB1-FB2EDBB11038}" destId="{7F76BACB-59DB-46C3-AB48-0F51DD5FCFA7}" srcOrd="4" destOrd="0" parTransId="{3A166652-5701-42EA-9A26-6E15E931DB51}" sibTransId="{1C8A82E3-4839-454B-BB4E-5CD7844286EF}"/>
    <dgm:cxn modelId="{2CB9EA64-E028-442C-B307-F331212B2157}" type="presOf" srcId="{A309838D-0C5C-4A84-8E59-A9296063A881}" destId="{D75A3E59-F18C-49E3-B85F-C932695AC165}" srcOrd="0" destOrd="0" presId="urn:microsoft.com/office/officeart/2018/2/layout/IconCircleList"/>
    <dgm:cxn modelId="{0142B946-F1F5-44B9-88E6-9B60E62BC315}" type="presOf" srcId="{6172D595-1A57-48BB-B340-4A663FB33C30}" destId="{8DB21CA8-CD44-4A84-9A19-995736463AFD}" srcOrd="0" destOrd="0" presId="urn:microsoft.com/office/officeart/2018/2/layout/IconCircleList"/>
    <dgm:cxn modelId="{2B6D1698-04F3-4C9C-9040-D2C4757CD488}" srcId="{97C09AAE-E5CF-4869-BBB1-FB2EDBB11038}" destId="{6408F2E9-7425-4659-B900-0BEC47A80A1E}" srcOrd="2" destOrd="0" parTransId="{C88137E0-1ACB-4022-8F6F-188362D4E7F9}" sibTransId="{60F48AE3-267E-4799-A1D2-233C614D0F73}"/>
    <dgm:cxn modelId="{35F8169F-B245-4949-A104-4C0DCE82BF49}" type="presOf" srcId="{60F48AE3-267E-4799-A1D2-233C614D0F73}" destId="{D51B9DB2-1610-43E0-9892-B0895CF3166E}" srcOrd="0" destOrd="0" presId="urn:microsoft.com/office/officeart/2018/2/layout/IconCircleList"/>
    <dgm:cxn modelId="{99D69CAE-60EF-4375-9CBF-CB0D8E333B38}" type="presOf" srcId="{52FE3400-7F13-4050-9CF9-488F41D557CE}" destId="{AF6A8B17-74A1-46FE-A6B1-F6C19FABE7B9}" srcOrd="0" destOrd="0" presId="urn:microsoft.com/office/officeart/2018/2/layout/IconCircleList"/>
    <dgm:cxn modelId="{8703CEC8-495D-480C-9264-4CFD33CC2A0F}" type="presOf" srcId="{97C09AAE-E5CF-4869-BBB1-FB2EDBB11038}" destId="{6D006DC3-FD37-4C89-8A77-DE9FD751A226}" srcOrd="0" destOrd="0" presId="urn:microsoft.com/office/officeart/2018/2/layout/IconCircleList"/>
    <dgm:cxn modelId="{929FBAD7-4F05-4EFD-B0ED-2C8EBD4ECA7B}" type="presOf" srcId="{F6144430-74E9-4CB7-8E08-29C567180480}" destId="{997DB51E-0093-4A71-AB79-C0AF95F74070}" srcOrd="0" destOrd="0" presId="urn:microsoft.com/office/officeart/2018/2/layout/IconCircleList"/>
    <dgm:cxn modelId="{5A58F2EA-FC4A-4182-ABB7-3C008C22E0DE}" srcId="{97C09AAE-E5CF-4869-BBB1-FB2EDBB11038}" destId="{52FE3400-7F13-4050-9CF9-488F41D557CE}" srcOrd="3" destOrd="0" parTransId="{76E7C40B-900C-4DEA-B053-3A0DC82389D5}" sibTransId="{FF3AC626-C993-47E0-A661-B8C0E77184F2}"/>
    <dgm:cxn modelId="{63DC43FA-4560-4576-8ECE-0DB66D1D7BA7}" type="presOf" srcId="{14E37A04-A4A2-4E63-9DFC-1683593414D1}" destId="{76B211D3-6B6E-4BA3-A50F-9CF00D101EF7}" srcOrd="0" destOrd="0" presId="urn:microsoft.com/office/officeart/2018/2/layout/IconCircleList"/>
    <dgm:cxn modelId="{A9884712-42F4-4DA1-9DA4-A27BC92C1AF4}" type="presParOf" srcId="{6D006DC3-FD37-4C89-8A77-DE9FD751A226}" destId="{6182446A-4BF1-4D3A-A959-70CF87FEFF03}" srcOrd="0" destOrd="0" presId="urn:microsoft.com/office/officeart/2018/2/layout/IconCircleList"/>
    <dgm:cxn modelId="{B25344AB-0C6A-4B3B-951C-D9B87A176B16}" type="presParOf" srcId="{6182446A-4BF1-4D3A-A959-70CF87FEFF03}" destId="{F9C0DE03-9991-426C-B84D-CFCAB742B028}" srcOrd="0" destOrd="0" presId="urn:microsoft.com/office/officeart/2018/2/layout/IconCircleList"/>
    <dgm:cxn modelId="{61315E49-B2DD-48D0-A6F6-AE4D9A5D2EA7}" type="presParOf" srcId="{F9C0DE03-9991-426C-B84D-CFCAB742B028}" destId="{F0B293CC-9DEF-4876-A365-417C49AF404C}" srcOrd="0" destOrd="0" presId="urn:microsoft.com/office/officeart/2018/2/layout/IconCircleList"/>
    <dgm:cxn modelId="{73EBAC5E-B514-4723-8BC4-FFF378850AC9}" type="presParOf" srcId="{F9C0DE03-9991-426C-B84D-CFCAB742B028}" destId="{F7EE0D69-FA3C-414C-B5C1-DA8AE72B05D8}" srcOrd="1" destOrd="0" presId="urn:microsoft.com/office/officeart/2018/2/layout/IconCircleList"/>
    <dgm:cxn modelId="{83A84163-9E60-4ED6-9E53-EB6FD50AE869}" type="presParOf" srcId="{F9C0DE03-9991-426C-B84D-CFCAB742B028}" destId="{2A79D4EC-5D9F-4E00-91F2-A77AF5660747}" srcOrd="2" destOrd="0" presId="urn:microsoft.com/office/officeart/2018/2/layout/IconCircleList"/>
    <dgm:cxn modelId="{3E3CA06B-1B20-4A18-8EBD-7DC00E4D0708}" type="presParOf" srcId="{F9C0DE03-9991-426C-B84D-CFCAB742B028}" destId="{D75A3E59-F18C-49E3-B85F-C932695AC165}" srcOrd="3" destOrd="0" presId="urn:microsoft.com/office/officeart/2018/2/layout/IconCircleList"/>
    <dgm:cxn modelId="{323D2BE4-37B0-4F9C-9B0A-D5D185FE7526}" type="presParOf" srcId="{6182446A-4BF1-4D3A-A959-70CF87FEFF03}" destId="{76B211D3-6B6E-4BA3-A50F-9CF00D101EF7}" srcOrd="1" destOrd="0" presId="urn:microsoft.com/office/officeart/2018/2/layout/IconCircleList"/>
    <dgm:cxn modelId="{45079FA9-55EE-435E-AD10-1C3FA3292FF3}" type="presParOf" srcId="{6182446A-4BF1-4D3A-A959-70CF87FEFF03}" destId="{D97EDF0D-29C2-4FFB-B21F-11EFF8DE5690}" srcOrd="2" destOrd="0" presId="urn:microsoft.com/office/officeart/2018/2/layout/IconCircleList"/>
    <dgm:cxn modelId="{29A918EC-BECF-4BD9-85BE-4BD329623F04}" type="presParOf" srcId="{D97EDF0D-29C2-4FFB-B21F-11EFF8DE5690}" destId="{AC8C7120-4B19-43B7-AB9A-D84E91DA080B}" srcOrd="0" destOrd="0" presId="urn:microsoft.com/office/officeart/2018/2/layout/IconCircleList"/>
    <dgm:cxn modelId="{8ACF80A3-6E1D-4600-8C64-56232A972B71}" type="presParOf" srcId="{D97EDF0D-29C2-4FFB-B21F-11EFF8DE5690}" destId="{0C5D4951-6F17-42E6-9C97-88B0D87E9082}" srcOrd="1" destOrd="0" presId="urn:microsoft.com/office/officeart/2018/2/layout/IconCircleList"/>
    <dgm:cxn modelId="{C06DBABC-D562-4BE7-AF9A-EBDB8482213A}" type="presParOf" srcId="{D97EDF0D-29C2-4FFB-B21F-11EFF8DE5690}" destId="{B04564A4-AE48-4240-93DF-1F098195A155}" srcOrd="2" destOrd="0" presId="urn:microsoft.com/office/officeart/2018/2/layout/IconCircleList"/>
    <dgm:cxn modelId="{7BC6C6C7-64BA-4D93-8D88-48207C059BB7}" type="presParOf" srcId="{D97EDF0D-29C2-4FFB-B21F-11EFF8DE5690}" destId="{8DB21CA8-CD44-4A84-9A19-995736463AFD}" srcOrd="3" destOrd="0" presId="urn:microsoft.com/office/officeart/2018/2/layout/IconCircleList"/>
    <dgm:cxn modelId="{932BF449-B8C0-4F02-84F4-C8094FC77A69}" type="presParOf" srcId="{6182446A-4BF1-4D3A-A959-70CF87FEFF03}" destId="{997DB51E-0093-4A71-AB79-C0AF95F74070}" srcOrd="3" destOrd="0" presId="urn:microsoft.com/office/officeart/2018/2/layout/IconCircleList"/>
    <dgm:cxn modelId="{6E06545B-AECC-4E80-BF7D-7D3596332A94}" type="presParOf" srcId="{6182446A-4BF1-4D3A-A959-70CF87FEFF03}" destId="{BE220271-60E4-4F98-B637-B5250BBE4311}" srcOrd="4" destOrd="0" presId="urn:microsoft.com/office/officeart/2018/2/layout/IconCircleList"/>
    <dgm:cxn modelId="{4C7018D3-32B1-4CBD-8D7F-44E1BFB0EE6F}" type="presParOf" srcId="{BE220271-60E4-4F98-B637-B5250BBE4311}" destId="{FA706318-AA06-4A87-AD44-61637C473212}" srcOrd="0" destOrd="0" presId="urn:microsoft.com/office/officeart/2018/2/layout/IconCircleList"/>
    <dgm:cxn modelId="{38AEA574-0643-46F0-8148-6DA48B6334A2}" type="presParOf" srcId="{BE220271-60E4-4F98-B637-B5250BBE4311}" destId="{B0920375-0003-4C83-A0C6-68273AA58F9F}" srcOrd="1" destOrd="0" presId="urn:microsoft.com/office/officeart/2018/2/layout/IconCircleList"/>
    <dgm:cxn modelId="{AE5B1C1A-3300-4498-BF3D-C7DF7E5E6412}" type="presParOf" srcId="{BE220271-60E4-4F98-B637-B5250BBE4311}" destId="{D33B81E4-E239-4A77-A010-F2B739835D70}" srcOrd="2" destOrd="0" presId="urn:microsoft.com/office/officeart/2018/2/layout/IconCircleList"/>
    <dgm:cxn modelId="{A0936B6B-0A3E-4383-9AFC-5B915B39FBD9}" type="presParOf" srcId="{BE220271-60E4-4F98-B637-B5250BBE4311}" destId="{14E401D9-416B-48A4-8877-88BC2DE711FD}" srcOrd="3" destOrd="0" presId="urn:microsoft.com/office/officeart/2018/2/layout/IconCircleList"/>
    <dgm:cxn modelId="{00F2B507-A40E-4E0D-998F-E7432BA613A8}" type="presParOf" srcId="{6182446A-4BF1-4D3A-A959-70CF87FEFF03}" destId="{D51B9DB2-1610-43E0-9892-B0895CF3166E}" srcOrd="5" destOrd="0" presId="urn:microsoft.com/office/officeart/2018/2/layout/IconCircleList"/>
    <dgm:cxn modelId="{8216B821-D444-49BC-8C7C-94EF61E91A15}" type="presParOf" srcId="{6182446A-4BF1-4D3A-A959-70CF87FEFF03}" destId="{9A09EC4A-A295-4EB7-B095-721E4CE6FDB2}" srcOrd="6" destOrd="0" presId="urn:microsoft.com/office/officeart/2018/2/layout/IconCircleList"/>
    <dgm:cxn modelId="{B2D27941-DECC-484B-AAC7-87E42F348F0A}" type="presParOf" srcId="{9A09EC4A-A295-4EB7-B095-721E4CE6FDB2}" destId="{6E9A12CC-DEF9-47C4-B41D-34B55BC7D12B}" srcOrd="0" destOrd="0" presId="urn:microsoft.com/office/officeart/2018/2/layout/IconCircleList"/>
    <dgm:cxn modelId="{118428EF-D7C7-457F-AAEB-CAAEE5F2D839}" type="presParOf" srcId="{9A09EC4A-A295-4EB7-B095-721E4CE6FDB2}" destId="{F1625162-9BB5-4A02-9B4A-BF2C6C8D8F53}" srcOrd="1" destOrd="0" presId="urn:microsoft.com/office/officeart/2018/2/layout/IconCircleList"/>
    <dgm:cxn modelId="{4D2C73CF-A566-4B92-864F-EDBC25336625}" type="presParOf" srcId="{9A09EC4A-A295-4EB7-B095-721E4CE6FDB2}" destId="{380000CD-3634-49F1-9D13-8F0FCAA05662}" srcOrd="2" destOrd="0" presId="urn:microsoft.com/office/officeart/2018/2/layout/IconCircleList"/>
    <dgm:cxn modelId="{088BE59D-D6DD-450F-AF7D-1FC3EF18EB3B}" type="presParOf" srcId="{9A09EC4A-A295-4EB7-B095-721E4CE6FDB2}" destId="{AF6A8B17-74A1-46FE-A6B1-F6C19FABE7B9}" srcOrd="3" destOrd="0" presId="urn:microsoft.com/office/officeart/2018/2/layout/IconCircleList"/>
    <dgm:cxn modelId="{C45362A8-3983-4B9A-960E-107B7C03D95D}" type="presParOf" srcId="{6182446A-4BF1-4D3A-A959-70CF87FEFF03}" destId="{DC28919F-018F-4A7E-BB1B-81C73F0A0137}" srcOrd="7" destOrd="0" presId="urn:microsoft.com/office/officeart/2018/2/layout/IconCircleList"/>
    <dgm:cxn modelId="{F7F5770D-09ED-4180-9B24-42420A52AA9B}" type="presParOf" srcId="{6182446A-4BF1-4D3A-A959-70CF87FEFF03}" destId="{20162CC9-0401-45D1-A312-F6AB4C831645}" srcOrd="8" destOrd="0" presId="urn:microsoft.com/office/officeart/2018/2/layout/IconCircleList"/>
    <dgm:cxn modelId="{D52D6B80-191A-4C45-A9E8-AE022BBE8106}" type="presParOf" srcId="{20162CC9-0401-45D1-A312-F6AB4C831645}" destId="{3EA756BD-4101-4BE5-9322-4CEF296A0A4E}" srcOrd="0" destOrd="0" presId="urn:microsoft.com/office/officeart/2018/2/layout/IconCircleList"/>
    <dgm:cxn modelId="{58E0A1EC-955E-4336-AC70-6B9C0B84FE9E}" type="presParOf" srcId="{20162CC9-0401-45D1-A312-F6AB4C831645}" destId="{7308DE6A-AD5C-4155-A4F3-FE552F9D57DE}" srcOrd="1" destOrd="0" presId="urn:microsoft.com/office/officeart/2018/2/layout/IconCircleList"/>
    <dgm:cxn modelId="{947B363D-4D15-48B9-A4D7-A8223D375D54}" type="presParOf" srcId="{20162CC9-0401-45D1-A312-F6AB4C831645}" destId="{4B8BB32E-9402-4208-8846-D046BF079CA9}" srcOrd="2" destOrd="0" presId="urn:microsoft.com/office/officeart/2018/2/layout/IconCircleList"/>
    <dgm:cxn modelId="{ECDBC979-58E1-431B-A70D-6F593A3E8BB6}" type="presParOf" srcId="{20162CC9-0401-45D1-A312-F6AB4C831645}" destId="{BB245DE4-8CC1-49B2-A11F-BF977A8EBC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A93A6A-7B6F-49FE-86D6-14D93C2F05C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DBBCEF-7EB7-46ED-BE37-891347ACBA4B}">
      <dgm:prSet/>
      <dgm:spPr/>
      <dgm:t>
        <a:bodyPr/>
        <a:lstStyle/>
        <a:p>
          <a:r>
            <a:rPr lang="en-US"/>
            <a:t>High-value customers purchase frequently and recently.</a:t>
          </a:r>
        </a:p>
      </dgm:t>
    </dgm:pt>
    <dgm:pt modelId="{C5793E4C-27FC-41EA-B3CB-987E0EEAF4C7}" type="parTrans" cxnId="{88C37164-6A45-42DF-B5E6-160C03DA41A1}">
      <dgm:prSet/>
      <dgm:spPr/>
      <dgm:t>
        <a:bodyPr/>
        <a:lstStyle/>
        <a:p>
          <a:endParaRPr lang="en-US"/>
        </a:p>
      </dgm:t>
    </dgm:pt>
    <dgm:pt modelId="{8FAE39DC-4403-4FB0-962F-716C60E0249C}" type="sibTrans" cxnId="{88C37164-6A45-42DF-B5E6-160C03DA41A1}">
      <dgm:prSet/>
      <dgm:spPr/>
      <dgm:t>
        <a:bodyPr/>
        <a:lstStyle/>
        <a:p>
          <a:endParaRPr lang="en-US"/>
        </a:p>
      </dgm:t>
    </dgm:pt>
    <dgm:pt modelId="{32B3089E-E03B-4699-90EE-E15D1142C475}">
      <dgm:prSet/>
      <dgm:spPr/>
      <dgm:t>
        <a:bodyPr/>
        <a:lstStyle/>
        <a:p>
          <a:r>
            <a:rPr lang="en-US"/>
            <a:t>Low-value segments show long inactivity periods.</a:t>
          </a:r>
        </a:p>
      </dgm:t>
    </dgm:pt>
    <dgm:pt modelId="{3418B3E4-F420-4E4A-8161-A2325A9489B1}" type="parTrans" cxnId="{F4AB532C-A7DB-4EEA-B834-23C0A5E03C38}">
      <dgm:prSet/>
      <dgm:spPr/>
      <dgm:t>
        <a:bodyPr/>
        <a:lstStyle/>
        <a:p>
          <a:endParaRPr lang="en-US"/>
        </a:p>
      </dgm:t>
    </dgm:pt>
    <dgm:pt modelId="{8C65FB56-9E73-4239-9F80-7C511870996B}" type="sibTrans" cxnId="{F4AB532C-A7DB-4EEA-B834-23C0A5E03C38}">
      <dgm:prSet/>
      <dgm:spPr/>
      <dgm:t>
        <a:bodyPr/>
        <a:lstStyle/>
        <a:p>
          <a:endParaRPr lang="en-US"/>
        </a:p>
      </dgm:t>
    </dgm:pt>
    <dgm:pt modelId="{362BE277-C453-4B6A-8E8A-1D7E1C62DCC3}">
      <dgm:prSet/>
      <dgm:spPr/>
      <dgm:t>
        <a:bodyPr/>
        <a:lstStyle/>
        <a:p>
          <a:r>
            <a:rPr lang="en-US"/>
            <a:t>Engagement drops sharply before churn.</a:t>
          </a:r>
        </a:p>
      </dgm:t>
    </dgm:pt>
    <dgm:pt modelId="{1D9A7577-066A-45E7-BF8B-9AB41C74A8C4}" type="parTrans" cxnId="{FB390C3D-8202-40FF-9609-F57A0D2994E4}">
      <dgm:prSet/>
      <dgm:spPr/>
      <dgm:t>
        <a:bodyPr/>
        <a:lstStyle/>
        <a:p>
          <a:endParaRPr lang="en-US"/>
        </a:p>
      </dgm:t>
    </dgm:pt>
    <dgm:pt modelId="{13AEEDF4-78C8-478C-A175-E04D31A6FC39}" type="sibTrans" cxnId="{FB390C3D-8202-40FF-9609-F57A0D2994E4}">
      <dgm:prSet/>
      <dgm:spPr/>
      <dgm:t>
        <a:bodyPr/>
        <a:lstStyle/>
        <a:p>
          <a:endParaRPr lang="en-US"/>
        </a:p>
      </dgm:t>
    </dgm:pt>
    <dgm:pt modelId="{FAE16CD5-8941-40D1-8872-2786CAFAE1CA}" type="pres">
      <dgm:prSet presAssocID="{15A93A6A-7B6F-49FE-86D6-14D93C2F05C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8BB5EC-F93F-46C8-9218-620431680406}" type="pres">
      <dgm:prSet presAssocID="{99DBBCEF-7EB7-46ED-BE37-891347ACBA4B}" presName="hierRoot1" presStyleCnt="0"/>
      <dgm:spPr/>
    </dgm:pt>
    <dgm:pt modelId="{8DF486CC-C0FB-4080-A721-2398A340D913}" type="pres">
      <dgm:prSet presAssocID="{99DBBCEF-7EB7-46ED-BE37-891347ACBA4B}" presName="composite" presStyleCnt="0"/>
      <dgm:spPr/>
    </dgm:pt>
    <dgm:pt modelId="{38473181-2E15-45D3-B21A-78703AE827B7}" type="pres">
      <dgm:prSet presAssocID="{99DBBCEF-7EB7-46ED-BE37-891347ACBA4B}" presName="background" presStyleLbl="node0" presStyleIdx="0" presStyleCnt="3"/>
      <dgm:spPr/>
    </dgm:pt>
    <dgm:pt modelId="{C2632383-A364-4210-B36E-E9A218B186B9}" type="pres">
      <dgm:prSet presAssocID="{99DBBCEF-7EB7-46ED-BE37-891347ACBA4B}" presName="text" presStyleLbl="fgAcc0" presStyleIdx="0" presStyleCnt="3">
        <dgm:presLayoutVars>
          <dgm:chPref val="3"/>
        </dgm:presLayoutVars>
      </dgm:prSet>
      <dgm:spPr/>
    </dgm:pt>
    <dgm:pt modelId="{0A35F1ED-2791-4669-8EFB-4359A1B43C5E}" type="pres">
      <dgm:prSet presAssocID="{99DBBCEF-7EB7-46ED-BE37-891347ACBA4B}" presName="hierChild2" presStyleCnt="0"/>
      <dgm:spPr/>
    </dgm:pt>
    <dgm:pt modelId="{268CD128-9A91-43F3-BB81-F238BF654943}" type="pres">
      <dgm:prSet presAssocID="{32B3089E-E03B-4699-90EE-E15D1142C475}" presName="hierRoot1" presStyleCnt="0"/>
      <dgm:spPr/>
    </dgm:pt>
    <dgm:pt modelId="{BADCCD14-3834-465D-A846-2E26794D79FF}" type="pres">
      <dgm:prSet presAssocID="{32B3089E-E03B-4699-90EE-E15D1142C475}" presName="composite" presStyleCnt="0"/>
      <dgm:spPr/>
    </dgm:pt>
    <dgm:pt modelId="{5F6E6B3B-4BC8-4CCF-850F-19D959B3368E}" type="pres">
      <dgm:prSet presAssocID="{32B3089E-E03B-4699-90EE-E15D1142C475}" presName="background" presStyleLbl="node0" presStyleIdx="1" presStyleCnt="3"/>
      <dgm:spPr/>
    </dgm:pt>
    <dgm:pt modelId="{2C25B338-2BFF-4454-ABC1-FEE32AED7F16}" type="pres">
      <dgm:prSet presAssocID="{32B3089E-E03B-4699-90EE-E15D1142C475}" presName="text" presStyleLbl="fgAcc0" presStyleIdx="1" presStyleCnt="3">
        <dgm:presLayoutVars>
          <dgm:chPref val="3"/>
        </dgm:presLayoutVars>
      </dgm:prSet>
      <dgm:spPr/>
    </dgm:pt>
    <dgm:pt modelId="{60A2C115-187E-4841-B27C-5F44238B425B}" type="pres">
      <dgm:prSet presAssocID="{32B3089E-E03B-4699-90EE-E15D1142C475}" presName="hierChild2" presStyleCnt="0"/>
      <dgm:spPr/>
    </dgm:pt>
    <dgm:pt modelId="{206E617F-A664-4E3C-A6C6-CD067C56CE1E}" type="pres">
      <dgm:prSet presAssocID="{362BE277-C453-4B6A-8E8A-1D7E1C62DCC3}" presName="hierRoot1" presStyleCnt="0"/>
      <dgm:spPr/>
    </dgm:pt>
    <dgm:pt modelId="{A7C86DC7-5C96-4874-9B70-8392D8695F46}" type="pres">
      <dgm:prSet presAssocID="{362BE277-C453-4B6A-8E8A-1D7E1C62DCC3}" presName="composite" presStyleCnt="0"/>
      <dgm:spPr/>
    </dgm:pt>
    <dgm:pt modelId="{31837DCA-A254-4154-A7DC-1E0831412A2C}" type="pres">
      <dgm:prSet presAssocID="{362BE277-C453-4B6A-8E8A-1D7E1C62DCC3}" presName="background" presStyleLbl="node0" presStyleIdx="2" presStyleCnt="3"/>
      <dgm:spPr/>
    </dgm:pt>
    <dgm:pt modelId="{B5F715F6-CAB1-432D-ABB4-AFF1D68E1CDB}" type="pres">
      <dgm:prSet presAssocID="{362BE277-C453-4B6A-8E8A-1D7E1C62DCC3}" presName="text" presStyleLbl="fgAcc0" presStyleIdx="2" presStyleCnt="3">
        <dgm:presLayoutVars>
          <dgm:chPref val="3"/>
        </dgm:presLayoutVars>
      </dgm:prSet>
      <dgm:spPr/>
    </dgm:pt>
    <dgm:pt modelId="{83D487F7-44B7-4FC9-93B8-339903D32D4E}" type="pres">
      <dgm:prSet presAssocID="{362BE277-C453-4B6A-8E8A-1D7E1C62DCC3}" presName="hierChild2" presStyleCnt="0"/>
      <dgm:spPr/>
    </dgm:pt>
  </dgm:ptLst>
  <dgm:cxnLst>
    <dgm:cxn modelId="{7B0F9706-060F-49A5-A84A-06260C9ABE6D}" type="presOf" srcId="{15A93A6A-7B6F-49FE-86D6-14D93C2F05CD}" destId="{FAE16CD5-8941-40D1-8872-2786CAFAE1CA}" srcOrd="0" destOrd="0" presId="urn:microsoft.com/office/officeart/2005/8/layout/hierarchy1"/>
    <dgm:cxn modelId="{3E91D10A-4039-4CB2-ABF8-FE8CDC3AA79B}" type="presOf" srcId="{32B3089E-E03B-4699-90EE-E15D1142C475}" destId="{2C25B338-2BFF-4454-ABC1-FEE32AED7F16}" srcOrd="0" destOrd="0" presId="urn:microsoft.com/office/officeart/2005/8/layout/hierarchy1"/>
    <dgm:cxn modelId="{F4AB532C-A7DB-4EEA-B834-23C0A5E03C38}" srcId="{15A93A6A-7B6F-49FE-86D6-14D93C2F05CD}" destId="{32B3089E-E03B-4699-90EE-E15D1142C475}" srcOrd="1" destOrd="0" parTransId="{3418B3E4-F420-4E4A-8161-A2325A9489B1}" sibTransId="{8C65FB56-9E73-4239-9F80-7C511870996B}"/>
    <dgm:cxn modelId="{FB390C3D-8202-40FF-9609-F57A0D2994E4}" srcId="{15A93A6A-7B6F-49FE-86D6-14D93C2F05CD}" destId="{362BE277-C453-4B6A-8E8A-1D7E1C62DCC3}" srcOrd="2" destOrd="0" parTransId="{1D9A7577-066A-45E7-BF8B-9AB41C74A8C4}" sibTransId="{13AEEDF4-78C8-478C-A175-E04D31A6FC39}"/>
    <dgm:cxn modelId="{88C37164-6A45-42DF-B5E6-160C03DA41A1}" srcId="{15A93A6A-7B6F-49FE-86D6-14D93C2F05CD}" destId="{99DBBCEF-7EB7-46ED-BE37-891347ACBA4B}" srcOrd="0" destOrd="0" parTransId="{C5793E4C-27FC-41EA-B3CB-987E0EEAF4C7}" sibTransId="{8FAE39DC-4403-4FB0-962F-716C60E0249C}"/>
    <dgm:cxn modelId="{54F4EF84-9C4B-4AF5-82AA-0C6EE02BBA01}" type="presOf" srcId="{362BE277-C453-4B6A-8E8A-1D7E1C62DCC3}" destId="{B5F715F6-CAB1-432D-ABB4-AFF1D68E1CDB}" srcOrd="0" destOrd="0" presId="urn:microsoft.com/office/officeart/2005/8/layout/hierarchy1"/>
    <dgm:cxn modelId="{91C7BAE0-FA20-4B95-A7B6-3D3B42E0EBD3}" type="presOf" srcId="{99DBBCEF-7EB7-46ED-BE37-891347ACBA4B}" destId="{C2632383-A364-4210-B36E-E9A218B186B9}" srcOrd="0" destOrd="0" presId="urn:microsoft.com/office/officeart/2005/8/layout/hierarchy1"/>
    <dgm:cxn modelId="{2E424A86-5DAC-4749-B1B1-463FF826E991}" type="presParOf" srcId="{FAE16CD5-8941-40D1-8872-2786CAFAE1CA}" destId="{2D8BB5EC-F93F-46C8-9218-620431680406}" srcOrd="0" destOrd="0" presId="urn:microsoft.com/office/officeart/2005/8/layout/hierarchy1"/>
    <dgm:cxn modelId="{861F4FF1-E3A7-4E5D-A87C-BE79BDD3435B}" type="presParOf" srcId="{2D8BB5EC-F93F-46C8-9218-620431680406}" destId="{8DF486CC-C0FB-4080-A721-2398A340D913}" srcOrd="0" destOrd="0" presId="urn:microsoft.com/office/officeart/2005/8/layout/hierarchy1"/>
    <dgm:cxn modelId="{CE6ADDA2-ACD4-4321-87F9-B1C196A61F10}" type="presParOf" srcId="{8DF486CC-C0FB-4080-A721-2398A340D913}" destId="{38473181-2E15-45D3-B21A-78703AE827B7}" srcOrd="0" destOrd="0" presId="urn:microsoft.com/office/officeart/2005/8/layout/hierarchy1"/>
    <dgm:cxn modelId="{3ECC865D-C999-4902-B59B-510FA0798FC6}" type="presParOf" srcId="{8DF486CC-C0FB-4080-A721-2398A340D913}" destId="{C2632383-A364-4210-B36E-E9A218B186B9}" srcOrd="1" destOrd="0" presId="urn:microsoft.com/office/officeart/2005/8/layout/hierarchy1"/>
    <dgm:cxn modelId="{16AB5714-16CE-47DE-AD8D-80EA6D821A10}" type="presParOf" srcId="{2D8BB5EC-F93F-46C8-9218-620431680406}" destId="{0A35F1ED-2791-4669-8EFB-4359A1B43C5E}" srcOrd="1" destOrd="0" presId="urn:microsoft.com/office/officeart/2005/8/layout/hierarchy1"/>
    <dgm:cxn modelId="{4D7AD21E-836E-4746-9304-48A25B2786AE}" type="presParOf" srcId="{FAE16CD5-8941-40D1-8872-2786CAFAE1CA}" destId="{268CD128-9A91-43F3-BB81-F238BF654943}" srcOrd="1" destOrd="0" presId="urn:microsoft.com/office/officeart/2005/8/layout/hierarchy1"/>
    <dgm:cxn modelId="{01025D51-D2F8-48B9-AC3D-60C6594A9559}" type="presParOf" srcId="{268CD128-9A91-43F3-BB81-F238BF654943}" destId="{BADCCD14-3834-465D-A846-2E26794D79FF}" srcOrd="0" destOrd="0" presId="urn:microsoft.com/office/officeart/2005/8/layout/hierarchy1"/>
    <dgm:cxn modelId="{2F37E246-0EAE-484E-9D71-3CC89B825811}" type="presParOf" srcId="{BADCCD14-3834-465D-A846-2E26794D79FF}" destId="{5F6E6B3B-4BC8-4CCF-850F-19D959B3368E}" srcOrd="0" destOrd="0" presId="urn:microsoft.com/office/officeart/2005/8/layout/hierarchy1"/>
    <dgm:cxn modelId="{70512BE3-8655-4AB7-BA16-56E09832F40A}" type="presParOf" srcId="{BADCCD14-3834-465D-A846-2E26794D79FF}" destId="{2C25B338-2BFF-4454-ABC1-FEE32AED7F16}" srcOrd="1" destOrd="0" presId="urn:microsoft.com/office/officeart/2005/8/layout/hierarchy1"/>
    <dgm:cxn modelId="{840E15D1-B673-478A-A9C2-4D6823A1F8B9}" type="presParOf" srcId="{268CD128-9A91-43F3-BB81-F238BF654943}" destId="{60A2C115-187E-4841-B27C-5F44238B425B}" srcOrd="1" destOrd="0" presId="urn:microsoft.com/office/officeart/2005/8/layout/hierarchy1"/>
    <dgm:cxn modelId="{C12AB169-9796-42EC-B042-4660E2DAA9C9}" type="presParOf" srcId="{FAE16CD5-8941-40D1-8872-2786CAFAE1CA}" destId="{206E617F-A664-4E3C-A6C6-CD067C56CE1E}" srcOrd="2" destOrd="0" presId="urn:microsoft.com/office/officeart/2005/8/layout/hierarchy1"/>
    <dgm:cxn modelId="{6EFE16F6-E31B-45A7-86B9-CCABFDBC9AD0}" type="presParOf" srcId="{206E617F-A664-4E3C-A6C6-CD067C56CE1E}" destId="{A7C86DC7-5C96-4874-9B70-8392D8695F46}" srcOrd="0" destOrd="0" presId="urn:microsoft.com/office/officeart/2005/8/layout/hierarchy1"/>
    <dgm:cxn modelId="{6A7B2B58-A2B1-42E4-800C-40176DBE3311}" type="presParOf" srcId="{A7C86DC7-5C96-4874-9B70-8392D8695F46}" destId="{31837DCA-A254-4154-A7DC-1E0831412A2C}" srcOrd="0" destOrd="0" presId="urn:microsoft.com/office/officeart/2005/8/layout/hierarchy1"/>
    <dgm:cxn modelId="{0BDC6CA1-26D5-462F-958D-F5285446EACF}" type="presParOf" srcId="{A7C86DC7-5C96-4874-9B70-8392D8695F46}" destId="{B5F715F6-CAB1-432D-ABB4-AFF1D68E1CDB}" srcOrd="1" destOrd="0" presId="urn:microsoft.com/office/officeart/2005/8/layout/hierarchy1"/>
    <dgm:cxn modelId="{0C64D9F5-C762-4288-8592-2061C536AB04}" type="presParOf" srcId="{206E617F-A664-4E3C-A6C6-CD067C56CE1E}" destId="{83D487F7-44B7-4FC9-93B8-339903D32D4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DE8933-69A4-481A-B018-02EBC55F4C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D0DB3B4-F95D-453C-B6BD-AF4E563097FF}">
      <dgm:prSet/>
      <dgm:spPr/>
      <dgm:t>
        <a:bodyPr/>
        <a:lstStyle/>
        <a:p>
          <a:r>
            <a:rPr lang="en-US"/>
            <a:t>Premium offerings for Champions.</a:t>
          </a:r>
        </a:p>
      </dgm:t>
    </dgm:pt>
    <dgm:pt modelId="{A250B65A-BBFB-400C-8D48-2ACF72891827}" type="parTrans" cxnId="{1613B8CD-2069-4718-B95B-42CF9CA64A80}">
      <dgm:prSet/>
      <dgm:spPr/>
      <dgm:t>
        <a:bodyPr/>
        <a:lstStyle/>
        <a:p>
          <a:endParaRPr lang="en-US"/>
        </a:p>
      </dgm:t>
    </dgm:pt>
    <dgm:pt modelId="{1CB13E23-B4DC-4E87-9314-E438A333B1BD}" type="sibTrans" cxnId="{1613B8CD-2069-4718-B95B-42CF9CA64A80}">
      <dgm:prSet/>
      <dgm:spPr/>
      <dgm:t>
        <a:bodyPr/>
        <a:lstStyle/>
        <a:p>
          <a:endParaRPr lang="en-US"/>
        </a:p>
      </dgm:t>
    </dgm:pt>
    <dgm:pt modelId="{D9AA2767-4228-4B87-B0AA-F4699C42909C}">
      <dgm:prSet/>
      <dgm:spPr/>
      <dgm:t>
        <a:bodyPr/>
        <a:lstStyle/>
        <a:p>
          <a:r>
            <a:rPr lang="en-US"/>
            <a:t>Loyalty programs for Loyal Customers.</a:t>
          </a:r>
        </a:p>
      </dgm:t>
    </dgm:pt>
    <dgm:pt modelId="{908B8378-5EC2-4A11-9D68-466E06DBD307}" type="parTrans" cxnId="{440AEDBF-4211-40B0-9123-E62686A66833}">
      <dgm:prSet/>
      <dgm:spPr/>
      <dgm:t>
        <a:bodyPr/>
        <a:lstStyle/>
        <a:p>
          <a:endParaRPr lang="en-US"/>
        </a:p>
      </dgm:t>
    </dgm:pt>
    <dgm:pt modelId="{F06E8FF5-0F9A-4C30-8F98-87361EA0AAE5}" type="sibTrans" cxnId="{440AEDBF-4211-40B0-9123-E62686A66833}">
      <dgm:prSet/>
      <dgm:spPr/>
      <dgm:t>
        <a:bodyPr/>
        <a:lstStyle/>
        <a:p>
          <a:endParaRPr lang="en-US"/>
        </a:p>
      </dgm:t>
    </dgm:pt>
    <dgm:pt modelId="{D1416C6B-F949-4EE4-B97F-226A09D4A159}">
      <dgm:prSet/>
      <dgm:spPr/>
      <dgm:t>
        <a:bodyPr/>
        <a:lstStyle/>
        <a:p>
          <a:r>
            <a:rPr lang="en-US"/>
            <a:t>Re-engagement offers for At Risk customers.</a:t>
          </a:r>
        </a:p>
      </dgm:t>
    </dgm:pt>
    <dgm:pt modelId="{3C33627C-3C89-4019-B461-F0B6F2E9D4A6}" type="parTrans" cxnId="{CB39A4FE-60B3-4484-B0F9-0C040B853231}">
      <dgm:prSet/>
      <dgm:spPr/>
      <dgm:t>
        <a:bodyPr/>
        <a:lstStyle/>
        <a:p>
          <a:endParaRPr lang="en-US"/>
        </a:p>
      </dgm:t>
    </dgm:pt>
    <dgm:pt modelId="{21EBDDA6-8A16-4595-813F-3C09E3C21D2B}" type="sibTrans" cxnId="{CB39A4FE-60B3-4484-B0F9-0C040B853231}">
      <dgm:prSet/>
      <dgm:spPr/>
      <dgm:t>
        <a:bodyPr/>
        <a:lstStyle/>
        <a:p>
          <a:endParaRPr lang="en-US"/>
        </a:p>
      </dgm:t>
    </dgm:pt>
    <dgm:pt modelId="{CD90F89E-FD09-42AF-817A-595437CE5B01}" type="pres">
      <dgm:prSet presAssocID="{EADE8933-69A4-481A-B018-02EBC55F4CE1}" presName="root" presStyleCnt="0">
        <dgm:presLayoutVars>
          <dgm:dir/>
          <dgm:resizeHandles val="exact"/>
        </dgm:presLayoutVars>
      </dgm:prSet>
      <dgm:spPr/>
    </dgm:pt>
    <dgm:pt modelId="{9B6CDB5B-BEBB-4E1D-9435-96656F895BAB}" type="pres">
      <dgm:prSet presAssocID="{3D0DB3B4-F95D-453C-B6BD-AF4E563097FF}" presName="compNode" presStyleCnt="0"/>
      <dgm:spPr/>
    </dgm:pt>
    <dgm:pt modelId="{1373A3EE-AABF-4060-8254-9747820EFD5E}" type="pres">
      <dgm:prSet presAssocID="{3D0DB3B4-F95D-453C-B6BD-AF4E563097FF}" presName="bgRect" presStyleLbl="bgShp" presStyleIdx="0" presStyleCnt="3"/>
      <dgm:spPr/>
    </dgm:pt>
    <dgm:pt modelId="{7B4C9F91-108F-4EFC-9F76-AB9765188C54}" type="pres">
      <dgm:prSet presAssocID="{3D0DB3B4-F95D-453C-B6BD-AF4E563097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2F25C2D2-1C53-46AB-8E1E-9B869FA863A0}" type="pres">
      <dgm:prSet presAssocID="{3D0DB3B4-F95D-453C-B6BD-AF4E563097FF}" presName="spaceRect" presStyleCnt="0"/>
      <dgm:spPr/>
    </dgm:pt>
    <dgm:pt modelId="{78BEA08D-F942-4817-B548-B56A6FD894F0}" type="pres">
      <dgm:prSet presAssocID="{3D0DB3B4-F95D-453C-B6BD-AF4E563097FF}" presName="parTx" presStyleLbl="revTx" presStyleIdx="0" presStyleCnt="3">
        <dgm:presLayoutVars>
          <dgm:chMax val="0"/>
          <dgm:chPref val="0"/>
        </dgm:presLayoutVars>
      </dgm:prSet>
      <dgm:spPr/>
    </dgm:pt>
    <dgm:pt modelId="{F151301A-30A5-460C-8070-806519DBD26E}" type="pres">
      <dgm:prSet presAssocID="{1CB13E23-B4DC-4E87-9314-E438A333B1BD}" presName="sibTrans" presStyleCnt="0"/>
      <dgm:spPr/>
    </dgm:pt>
    <dgm:pt modelId="{54E8FBB9-13FF-4D0B-A565-C699C15532E8}" type="pres">
      <dgm:prSet presAssocID="{D9AA2767-4228-4B87-B0AA-F4699C42909C}" presName="compNode" presStyleCnt="0"/>
      <dgm:spPr/>
    </dgm:pt>
    <dgm:pt modelId="{51AE683E-B976-47CE-8EED-D8C688468058}" type="pres">
      <dgm:prSet presAssocID="{D9AA2767-4228-4B87-B0AA-F4699C42909C}" presName="bgRect" presStyleLbl="bgShp" presStyleIdx="1" presStyleCnt="3"/>
      <dgm:spPr/>
    </dgm:pt>
    <dgm:pt modelId="{334F12AF-A2F8-4775-983D-4CC4D90E0E9F}" type="pres">
      <dgm:prSet presAssocID="{D9AA2767-4228-4B87-B0AA-F4699C42909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B07CCD6-534C-41A6-AA5B-1C889819D0F3}" type="pres">
      <dgm:prSet presAssocID="{D9AA2767-4228-4B87-B0AA-F4699C42909C}" presName="spaceRect" presStyleCnt="0"/>
      <dgm:spPr/>
    </dgm:pt>
    <dgm:pt modelId="{46CC40C9-8E5C-4F65-9707-D0546DE0FFD5}" type="pres">
      <dgm:prSet presAssocID="{D9AA2767-4228-4B87-B0AA-F4699C42909C}" presName="parTx" presStyleLbl="revTx" presStyleIdx="1" presStyleCnt="3">
        <dgm:presLayoutVars>
          <dgm:chMax val="0"/>
          <dgm:chPref val="0"/>
        </dgm:presLayoutVars>
      </dgm:prSet>
      <dgm:spPr/>
    </dgm:pt>
    <dgm:pt modelId="{CF5621BE-8C30-4478-B962-81F2078FF3C4}" type="pres">
      <dgm:prSet presAssocID="{F06E8FF5-0F9A-4C30-8F98-87361EA0AAE5}" presName="sibTrans" presStyleCnt="0"/>
      <dgm:spPr/>
    </dgm:pt>
    <dgm:pt modelId="{4F3AE554-BD1F-4C4D-B97E-3DC4012F86FD}" type="pres">
      <dgm:prSet presAssocID="{D1416C6B-F949-4EE4-B97F-226A09D4A159}" presName="compNode" presStyleCnt="0"/>
      <dgm:spPr/>
    </dgm:pt>
    <dgm:pt modelId="{B1BECC9D-0BAE-41D1-8608-DCF5EA4A3DCD}" type="pres">
      <dgm:prSet presAssocID="{D1416C6B-F949-4EE4-B97F-226A09D4A159}" presName="bgRect" presStyleLbl="bgShp" presStyleIdx="2" presStyleCnt="3"/>
      <dgm:spPr/>
    </dgm:pt>
    <dgm:pt modelId="{20EE8BDA-4222-440D-85E5-C72B370C551D}" type="pres">
      <dgm:prSet presAssocID="{D1416C6B-F949-4EE4-B97F-226A09D4A1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2C1A3177-06EF-4A18-8D6F-B34ADBB06D29}" type="pres">
      <dgm:prSet presAssocID="{D1416C6B-F949-4EE4-B97F-226A09D4A159}" presName="spaceRect" presStyleCnt="0"/>
      <dgm:spPr/>
    </dgm:pt>
    <dgm:pt modelId="{724BD7AA-9A5B-4377-97E1-3068087F6A37}" type="pres">
      <dgm:prSet presAssocID="{D1416C6B-F949-4EE4-B97F-226A09D4A1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93A4E8B-B8E2-48DE-84BB-FF8237BFC34D}" type="presOf" srcId="{3D0DB3B4-F95D-453C-B6BD-AF4E563097FF}" destId="{78BEA08D-F942-4817-B548-B56A6FD894F0}" srcOrd="0" destOrd="0" presId="urn:microsoft.com/office/officeart/2018/2/layout/IconVerticalSolidList"/>
    <dgm:cxn modelId="{35DC3298-DFC7-4AF7-9ADA-FD674380BC1D}" type="presOf" srcId="{D9AA2767-4228-4B87-B0AA-F4699C42909C}" destId="{46CC40C9-8E5C-4F65-9707-D0546DE0FFD5}" srcOrd="0" destOrd="0" presId="urn:microsoft.com/office/officeart/2018/2/layout/IconVerticalSolidList"/>
    <dgm:cxn modelId="{0A0994B4-24E2-4DB7-9652-139426730139}" type="presOf" srcId="{EADE8933-69A4-481A-B018-02EBC55F4CE1}" destId="{CD90F89E-FD09-42AF-817A-595437CE5B01}" srcOrd="0" destOrd="0" presId="urn:microsoft.com/office/officeart/2018/2/layout/IconVerticalSolidList"/>
    <dgm:cxn modelId="{440AEDBF-4211-40B0-9123-E62686A66833}" srcId="{EADE8933-69A4-481A-B018-02EBC55F4CE1}" destId="{D9AA2767-4228-4B87-B0AA-F4699C42909C}" srcOrd="1" destOrd="0" parTransId="{908B8378-5EC2-4A11-9D68-466E06DBD307}" sibTransId="{F06E8FF5-0F9A-4C30-8F98-87361EA0AAE5}"/>
    <dgm:cxn modelId="{1613B8CD-2069-4718-B95B-42CF9CA64A80}" srcId="{EADE8933-69A4-481A-B018-02EBC55F4CE1}" destId="{3D0DB3B4-F95D-453C-B6BD-AF4E563097FF}" srcOrd="0" destOrd="0" parTransId="{A250B65A-BBFB-400C-8D48-2ACF72891827}" sibTransId="{1CB13E23-B4DC-4E87-9314-E438A333B1BD}"/>
    <dgm:cxn modelId="{3EA76FE4-AB73-40E7-A467-809AAC69AEBD}" type="presOf" srcId="{D1416C6B-F949-4EE4-B97F-226A09D4A159}" destId="{724BD7AA-9A5B-4377-97E1-3068087F6A37}" srcOrd="0" destOrd="0" presId="urn:microsoft.com/office/officeart/2018/2/layout/IconVerticalSolidList"/>
    <dgm:cxn modelId="{CB39A4FE-60B3-4484-B0F9-0C040B853231}" srcId="{EADE8933-69A4-481A-B018-02EBC55F4CE1}" destId="{D1416C6B-F949-4EE4-B97F-226A09D4A159}" srcOrd="2" destOrd="0" parTransId="{3C33627C-3C89-4019-B461-F0B6F2E9D4A6}" sibTransId="{21EBDDA6-8A16-4595-813F-3C09E3C21D2B}"/>
    <dgm:cxn modelId="{76DBFD16-A646-4042-988D-66D4B3D6CB26}" type="presParOf" srcId="{CD90F89E-FD09-42AF-817A-595437CE5B01}" destId="{9B6CDB5B-BEBB-4E1D-9435-96656F895BAB}" srcOrd="0" destOrd="0" presId="urn:microsoft.com/office/officeart/2018/2/layout/IconVerticalSolidList"/>
    <dgm:cxn modelId="{52D42CBD-FD62-441C-9982-17522870FFDC}" type="presParOf" srcId="{9B6CDB5B-BEBB-4E1D-9435-96656F895BAB}" destId="{1373A3EE-AABF-4060-8254-9747820EFD5E}" srcOrd="0" destOrd="0" presId="urn:microsoft.com/office/officeart/2018/2/layout/IconVerticalSolidList"/>
    <dgm:cxn modelId="{ECE5B2E1-CF8A-473C-99ED-0CB10947E32B}" type="presParOf" srcId="{9B6CDB5B-BEBB-4E1D-9435-96656F895BAB}" destId="{7B4C9F91-108F-4EFC-9F76-AB9765188C54}" srcOrd="1" destOrd="0" presId="urn:microsoft.com/office/officeart/2018/2/layout/IconVerticalSolidList"/>
    <dgm:cxn modelId="{AEAD6187-6B07-40EE-8ABD-6D52E9C55F2E}" type="presParOf" srcId="{9B6CDB5B-BEBB-4E1D-9435-96656F895BAB}" destId="{2F25C2D2-1C53-46AB-8E1E-9B869FA863A0}" srcOrd="2" destOrd="0" presId="urn:microsoft.com/office/officeart/2018/2/layout/IconVerticalSolidList"/>
    <dgm:cxn modelId="{D244669A-57DD-4A68-804A-18C19A1B300F}" type="presParOf" srcId="{9B6CDB5B-BEBB-4E1D-9435-96656F895BAB}" destId="{78BEA08D-F942-4817-B548-B56A6FD894F0}" srcOrd="3" destOrd="0" presId="urn:microsoft.com/office/officeart/2018/2/layout/IconVerticalSolidList"/>
    <dgm:cxn modelId="{FB452E69-27D5-4DB2-92B6-90B4CBAB8B9D}" type="presParOf" srcId="{CD90F89E-FD09-42AF-817A-595437CE5B01}" destId="{F151301A-30A5-460C-8070-806519DBD26E}" srcOrd="1" destOrd="0" presId="urn:microsoft.com/office/officeart/2018/2/layout/IconVerticalSolidList"/>
    <dgm:cxn modelId="{5815E384-87C9-4AC5-A9EA-38D78B965196}" type="presParOf" srcId="{CD90F89E-FD09-42AF-817A-595437CE5B01}" destId="{54E8FBB9-13FF-4D0B-A565-C699C15532E8}" srcOrd="2" destOrd="0" presId="urn:microsoft.com/office/officeart/2018/2/layout/IconVerticalSolidList"/>
    <dgm:cxn modelId="{6D8FBA40-1875-40F9-8FC8-B3B7624E4BE5}" type="presParOf" srcId="{54E8FBB9-13FF-4D0B-A565-C699C15532E8}" destId="{51AE683E-B976-47CE-8EED-D8C688468058}" srcOrd="0" destOrd="0" presId="urn:microsoft.com/office/officeart/2018/2/layout/IconVerticalSolidList"/>
    <dgm:cxn modelId="{DC8C0D79-07CD-44C7-8B20-CE0127C3727E}" type="presParOf" srcId="{54E8FBB9-13FF-4D0B-A565-C699C15532E8}" destId="{334F12AF-A2F8-4775-983D-4CC4D90E0E9F}" srcOrd="1" destOrd="0" presId="urn:microsoft.com/office/officeart/2018/2/layout/IconVerticalSolidList"/>
    <dgm:cxn modelId="{08CBFD8A-64DF-47DD-9216-1C5568CB88D9}" type="presParOf" srcId="{54E8FBB9-13FF-4D0B-A565-C699C15532E8}" destId="{2B07CCD6-534C-41A6-AA5B-1C889819D0F3}" srcOrd="2" destOrd="0" presId="urn:microsoft.com/office/officeart/2018/2/layout/IconVerticalSolidList"/>
    <dgm:cxn modelId="{9BA0AC15-8978-4152-A275-14018259C901}" type="presParOf" srcId="{54E8FBB9-13FF-4D0B-A565-C699C15532E8}" destId="{46CC40C9-8E5C-4F65-9707-D0546DE0FFD5}" srcOrd="3" destOrd="0" presId="urn:microsoft.com/office/officeart/2018/2/layout/IconVerticalSolidList"/>
    <dgm:cxn modelId="{D088154C-CE13-4757-BB24-B57439CA9C4C}" type="presParOf" srcId="{CD90F89E-FD09-42AF-817A-595437CE5B01}" destId="{CF5621BE-8C30-4478-B962-81F2078FF3C4}" srcOrd="3" destOrd="0" presId="urn:microsoft.com/office/officeart/2018/2/layout/IconVerticalSolidList"/>
    <dgm:cxn modelId="{047B2CBE-E82E-4F48-9B12-AC261C0A58F7}" type="presParOf" srcId="{CD90F89E-FD09-42AF-817A-595437CE5B01}" destId="{4F3AE554-BD1F-4C4D-B97E-3DC4012F86FD}" srcOrd="4" destOrd="0" presId="urn:microsoft.com/office/officeart/2018/2/layout/IconVerticalSolidList"/>
    <dgm:cxn modelId="{4948A18C-C0E7-407F-8814-EBB0EC460EFD}" type="presParOf" srcId="{4F3AE554-BD1F-4C4D-B97E-3DC4012F86FD}" destId="{B1BECC9D-0BAE-41D1-8608-DCF5EA4A3DCD}" srcOrd="0" destOrd="0" presId="urn:microsoft.com/office/officeart/2018/2/layout/IconVerticalSolidList"/>
    <dgm:cxn modelId="{80AA212E-BB66-4B95-B5B2-928A85CC6A4D}" type="presParOf" srcId="{4F3AE554-BD1F-4C4D-B97E-3DC4012F86FD}" destId="{20EE8BDA-4222-440D-85E5-C72B370C551D}" srcOrd="1" destOrd="0" presId="urn:microsoft.com/office/officeart/2018/2/layout/IconVerticalSolidList"/>
    <dgm:cxn modelId="{831128F1-C1D6-473B-BBA6-B9C4716C3410}" type="presParOf" srcId="{4F3AE554-BD1F-4C4D-B97E-3DC4012F86FD}" destId="{2C1A3177-06EF-4A18-8D6F-B34ADBB06D29}" srcOrd="2" destOrd="0" presId="urn:microsoft.com/office/officeart/2018/2/layout/IconVerticalSolidList"/>
    <dgm:cxn modelId="{8278879B-7447-47E3-BE09-6DE6949F925E}" type="presParOf" srcId="{4F3AE554-BD1F-4C4D-B97E-3DC4012F86FD}" destId="{724BD7AA-9A5B-4377-97E1-3068087F6A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5D113C0-F4D7-47F3-9B00-0C616EBD2C7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705DEA-8AE7-43D2-BCBC-BC8AF68054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6">
                  <a:lumMod val="75000"/>
                </a:schemeClr>
              </a:solidFill>
            </a:rPr>
            <a:t>Stock premium SKUs for high-value regions.</a:t>
          </a:r>
        </a:p>
      </dgm:t>
    </dgm:pt>
    <dgm:pt modelId="{27793CDE-6BC9-4FAB-8EA2-56FBBC7A3818}" type="parTrans" cxnId="{22ED5DE6-6A28-4E11-8A73-0B2C4A75796A}">
      <dgm:prSet/>
      <dgm:spPr/>
      <dgm:t>
        <a:bodyPr/>
        <a:lstStyle/>
        <a:p>
          <a:endParaRPr lang="en-US"/>
        </a:p>
      </dgm:t>
    </dgm:pt>
    <dgm:pt modelId="{9B933324-C50E-431F-A6EB-4D084CD9B36C}" type="sibTrans" cxnId="{22ED5DE6-6A28-4E11-8A73-0B2C4A75796A}">
      <dgm:prSet/>
      <dgm:spPr/>
      <dgm:t>
        <a:bodyPr/>
        <a:lstStyle/>
        <a:p>
          <a:endParaRPr lang="en-US"/>
        </a:p>
      </dgm:t>
    </dgm:pt>
    <dgm:pt modelId="{1474DA64-8092-4469-9DBF-483C2BA1AB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6">
                  <a:lumMod val="75000"/>
                </a:schemeClr>
              </a:solidFill>
            </a:rPr>
            <a:t>Bundle products for cross-selling.</a:t>
          </a:r>
        </a:p>
      </dgm:t>
    </dgm:pt>
    <dgm:pt modelId="{7CB745F2-334C-4802-9C6F-4D5341CF4D51}" type="parTrans" cxnId="{B6AEAEA0-D0BC-4DCB-AF90-88C55CB07E7B}">
      <dgm:prSet/>
      <dgm:spPr/>
      <dgm:t>
        <a:bodyPr/>
        <a:lstStyle/>
        <a:p>
          <a:endParaRPr lang="en-US"/>
        </a:p>
      </dgm:t>
    </dgm:pt>
    <dgm:pt modelId="{3E40A3FC-4029-487F-B623-C07B71D9AC19}" type="sibTrans" cxnId="{B6AEAEA0-D0BC-4DCB-AF90-88C55CB07E7B}">
      <dgm:prSet/>
      <dgm:spPr/>
      <dgm:t>
        <a:bodyPr/>
        <a:lstStyle/>
        <a:p>
          <a:endParaRPr lang="en-US"/>
        </a:p>
      </dgm:t>
    </dgm:pt>
    <dgm:pt modelId="{18B80774-7115-4B07-AE7E-A6AF1CFABB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accent6">
                  <a:lumMod val="75000"/>
                </a:schemeClr>
              </a:solidFill>
            </a:rPr>
            <a:t>Reduce focus on low-demand products.</a:t>
          </a:r>
        </a:p>
      </dgm:t>
    </dgm:pt>
    <dgm:pt modelId="{94642D4D-D2AE-4AB7-97C5-B4008F390E7D}" type="parTrans" cxnId="{5C01AC21-1F08-4EB8-90C2-9133787B713B}">
      <dgm:prSet/>
      <dgm:spPr/>
      <dgm:t>
        <a:bodyPr/>
        <a:lstStyle/>
        <a:p>
          <a:endParaRPr lang="en-US"/>
        </a:p>
      </dgm:t>
    </dgm:pt>
    <dgm:pt modelId="{8773562A-4500-421C-8D5C-6A35F6C6C64F}" type="sibTrans" cxnId="{5C01AC21-1F08-4EB8-90C2-9133787B713B}">
      <dgm:prSet/>
      <dgm:spPr/>
      <dgm:t>
        <a:bodyPr/>
        <a:lstStyle/>
        <a:p>
          <a:endParaRPr lang="en-US"/>
        </a:p>
      </dgm:t>
    </dgm:pt>
    <dgm:pt modelId="{BE8CC2DB-D5BD-4FC2-91CB-6C29231CF5E9}" type="pres">
      <dgm:prSet presAssocID="{F5D113C0-F4D7-47F3-9B00-0C616EBD2C7E}" presName="root" presStyleCnt="0">
        <dgm:presLayoutVars>
          <dgm:dir/>
          <dgm:resizeHandles val="exact"/>
        </dgm:presLayoutVars>
      </dgm:prSet>
      <dgm:spPr/>
    </dgm:pt>
    <dgm:pt modelId="{3B03CD7E-67AB-4E92-BCF3-6CF43ADC5903}" type="pres">
      <dgm:prSet presAssocID="{69705DEA-8AE7-43D2-BCBC-BC8AF680546F}" presName="compNode" presStyleCnt="0"/>
      <dgm:spPr/>
    </dgm:pt>
    <dgm:pt modelId="{02808BB9-0599-4940-A924-A8F195FB8407}" type="pres">
      <dgm:prSet presAssocID="{69705DEA-8AE7-43D2-BCBC-BC8AF680546F}" presName="bgRect" presStyleLbl="bgShp" presStyleIdx="0" presStyleCnt="3"/>
      <dgm:spPr/>
    </dgm:pt>
    <dgm:pt modelId="{A38A19DF-51E8-4E4E-9945-784739304066}" type="pres">
      <dgm:prSet presAssocID="{69705DEA-8AE7-43D2-BCBC-BC8AF68054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ACF4B04-C7F9-4DFB-BAB2-18B3BA11AA72}" type="pres">
      <dgm:prSet presAssocID="{69705DEA-8AE7-43D2-BCBC-BC8AF680546F}" presName="spaceRect" presStyleCnt="0"/>
      <dgm:spPr/>
    </dgm:pt>
    <dgm:pt modelId="{EB463386-9776-43A1-BF40-C0C10AAC346B}" type="pres">
      <dgm:prSet presAssocID="{69705DEA-8AE7-43D2-BCBC-BC8AF680546F}" presName="parTx" presStyleLbl="revTx" presStyleIdx="0" presStyleCnt="3">
        <dgm:presLayoutVars>
          <dgm:chMax val="0"/>
          <dgm:chPref val="0"/>
        </dgm:presLayoutVars>
      </dgm:prSet>
      <dgm:spPr/>
    </dgm:pt>
    <dgm:pt modelId="{595639A7-BF9B-4320-BDBF-B9DEC9DFD702}" type="pres">
      <dgm:prSet presAssocID="{9B933324-C50E-431F-A6EB-4D084CD9B36C}" presName="sibTrans" presStyleCnt="0"/>
      <dgm:spPr/>
    </dgm:pt>
    <dgm:pt modelId="{9DFA9402-FE1E-417D-9D9B-B37535015D38}" type="pres">
      <dgm:prSet presAssocID="{1474DA64-8092-4469-9DBF-483C2BA1AB02}" presName="compNode" presStyleCnt="0"/>
      <dgm:spPr/>
    </dgm:pt>
    <dgm:pt modelId="{B3909C55-64B8-4986-8ACA-4277B8C39404}" type="pres">
      <dgm:prSet presAssocID="{1474DA64-8092-4469-9DBF-483C2BA1AB02}" presName="bgRect" presStyleLbl="bgShp" presStyleIdx="1" presStyleCnt="3"/>
      <dgm:spPr/>
    </dgm:pt>
    <dgm:pt modelId="{86EF31E7-419E-4CE6-A3DF-CA75CF27A1BE}" type="pres">
      <dgm:prSet presAssocID="{1474DA64-8092-4469-9DBF-483C2BA1AB0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03D55201-8575-470E-913B-EEC91DBD04B8}" type="pres">
      <dgm:prSet presAssocID="{1474DA64-8092-4469-9DBF-483C2BA1AB02}" presName="spaceRect" presStyleCnt="0"/>
      <dgm:spPr/>
    </dgm:pt>
    <dgm:pt modelId="{A5B03B52-E5A3-4680-B030-3BAFD80178A6}" type="pres">
      <dgm:prSet presAssocID="{1474DA64-8092-4469-9DBF-483C2BA1AB02}" presName="parTx" presStyleLbl="revTx" presStyleIdx="1" presStyleCnt="3">
        <dgm:presLayoutVars>
          <dgm:chMax val="0"/>
          <dgm:chPref val="0"/>
        </dgm:presLayoutVars>
      </dgm:prSet>
      <dgm:spPr/>
    </dgm:pt>
    <dgm:pt modelId="{6EEDB96B-3B9D-4728-BC0F-B517B26FC7CF}" type="pres">
      <dgm:prSet presAssocID="{3E40A3FC-4029-487F-B623-C07B71D9AC19}" presName="sibTrans" presStyleCnt="0"/>
      <dgm:spPr/>
    </dgm:pt>
    <dgm:pt modelId="{0ED46FDE-F614-469A-A00E-ED54E55AC206}" type="pres">
      <dgm:prSet presAssocID="{18B80774-7115-4B07-AE7E-A6AF1CFABB6F}" presName="compNode" presStyleCnt="0"/>
      <dgm:spPr/>
    </dgm:pt>
    <dgm:pt modelId="{1DDC9ACE-BE07-4F0B-B2C1-149497290C7E}" type="pres">
      <dgm:prSet presAssocID="{18B80774-7115-4B07-AE7E-A6AF1CFABB6F}" presName="bgRect" presStyleLbl="bgShp" presStyleIdx="2" presStyleCnt="3"/>
      <dgm:spPr/>
    </dgm:pt>
    <dgm:pt modelId="{1CCDECD7-1E26-41C1-AC78-3D1AE4F4095F}" type="pres">
      <dgm:prSet presAssocID="{18B80774-7115-4B07-AE7E-A6AF1CFABB6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6B7D7BA-641C-4A32-9702-C7BF164F27A5}" type="pres">
      <dgm:prSet presAssocID="{18B80774-7115-4B07-AE7E-A6AF1CFABB6F}" presName="spaceRect" presStyleCnt="0"/>
      <dgm:spPr/>
    </dgm:pt>
    <dgm:pt modelId="{32CCDB86-2C55-455E-9356-26C8EA1DC6A8}" type="pres">
      <dgm:prSet presAssocID="{18B80774-7115-4B07-AE7E-A6AF1CFABB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C01AC21-1F08-4EB8-90C2-9133787B713B}" srcId="{F5D113C0-F4D7-47F3-9B00-0C616EBD2C7E}" destId="{18B80774-7115-4B07-AE7E-A6AF1CFABB6F}" srcOrd="2" destOrd="0" parTransId="{94642D4D-D2AE-4AB7-97C5-B4008F390E7D}" sibTransId="{8773562A-4500-421C-8D5C-6A35F6C6C64F}"/>
    <dgm:cxn modelId="{67000F3F-19FE-4452-A7FC-1EDEF2B35AAF}" type="presOf" srcId="{F5D113C0-F4D7-47F3-9B00-0C616EBD2C7E}" destId="{BE8CC2DB-D5BD-4FC2-91CB-6C29231CF5E9}" srcOrd="0" destOrd="0" presId="urn:microsoft.com/office/officeart/2018/2/layout/IconVerticalSolidList"/>
    <dgm:cxn modelId="{9D7B959D-FCDA-4CE3-87FA-EC28099E7135}" type="presOf" srcId="{1474DA64-8092-4469-9DBF-483C2BA1AB02}" destId="{A5B03B52-E5A3-4680-B030-3BAFD80178A6}" srcOrd="0" destOrd="0" presId="urn:microsoft.com/office/officeart/2018/2/layout/IconVerticalSolidList"/>
    <dgm:cxn modelId="{B6AEAEA0-D0BC-4DCB-AF90-88C55CB07E7B}" srcId="{F5D113C0-F4D7-47F3-9B00-0C616EBD2C7E}" destId="{1474DA64-8092-4469-9DBF-483C2BA1AB02}" srcOrd="1" destOrd="0" parTransId="{7CB745F2-334C-4802-9C6F-4D5341CF4D51}" sibTransId="{3E40A3FC-4029-487F-B623-C07B71D9AC19}"/>
    <dgm:cxn modelId="{730C3CD4-BEC1-4FCC-86C2-C765CE3EAB70}" type="presOf" srcId="{18B80774-7115-4B07-AE7E-A6AF1CFABB6F}" destId="{32CCDB86-2C55-455E-9356-26C8EA1DC6A8}" srcOrd="0" destOrd="0" presId="urn:microsoft.com/office/officeart/2018/2/layout/IconVerticalSolidList"/>
    <dgm:cxn modelId="{22ED5DE6-6A28-4E11-8A73-0B2C4A75796A}" srcId="{F5D113C0-F4D7-47F3-9B00-0C616EBD2C7E}" destId="{69705DEA-8AE7-43D2-BCBC-BC8AF680546F}" srcOrd="0" destOrd="0" parTransId="{27793CDE-6BC9-4FAB-8EA2-56FBBC7A3818}" sibTransId="{9B933324-C50E-431F-A6EB-4D084CD9B36C}"/>
    <dgm:cxn modelId="{FAB682F6-70DB-4B82-A6EC-57A2BCE5EA68}" type="presOf" srcId="{69705DEA-8AE7-43D2-BCBC-BC8AF680546F}" destId="{EB463386-9776-43A1-BF40-C0C10AAC346B}" srcOrd="0" destOrd="0" presId="urn:microsoft.com/office/officeart/2018/2/layout/IconVerticalSolidList"/>
    <dgm:cxn modelId="{64B4A1EB-3973-4A6E-A859-565EB5A55AB5}" type="presParOf" srcId="{BE8CC2DB-D5BD-4FC2-91CB-6C29231CF5E9}" destId="{3B03CD7E-67AB-4E92-BCF3-6CF43ADC5903}" srcOrd="0" destOrd="0" presId="urn:microsoft.com/office/officeart/2018/2/layout/IconVerticalSolidList"/>
    <dgm:cxn modelId="{0F39BFC2-513D-4081-A4C8-253F4706C4C5}" type="presParOf" srcId="{3B03CD7E-67AB-4E92-BCF3-6CF43ADC5903}" destId="{02808BB9-0599-4940-A924-A8F195FB8407}" srcOrd="0" destOrd="0" presId="urn:microsoft.com/office/officeart/2018/2/layout/IconVerticalSolidList"/>
    <dgm:cxn modelId="{EA31B037-BC40-4766-8644-BBE8A4D6CC80}" type="presParOf" srcId="{3B03CD7E-67AB-4E92-BCF3-6CF43ADC5903}" destId="{A38A19DF-51E8-4E4E-9945-784739304066}" srcOrd="1" destOrd="0" presId="urn:microsoft.com/office/officeart/2018/2/layout/IconVerticalSolidList"/>
    <dgm:cxn modelId="{2C07F288-834E-491B-A5E8-900B2D51287C}" type="presParOf" srcId="{3B03CD7E-67AB-4E92-BCF3-6CF43ADC5903}" destId="{5ACF4B04-C7F9-4DFB-BAB2-18B3BA11AA72}" srcOrd="2" destOrd="0" presId="urn:microsoft.com/office/officeart/2018/2/layout/IconVerticalSolidList"/>
    <dgm:cxn modelId="{68D04A8B-564C-4875-9D05-4AA8E0E5BFC7}" type="presParOf" srcId="{3B03CD7E-67AB-4E92-BCF3-6CF43ADC5903}" destId="{EB463386-9776-43A1-BF40-C0C10AAC346B}" srcOrd="3" destOrd="0" presId="urn:microsoft.com/office/officeart/2018/2/layout/IconVerticalSolidList"/>
    <dgm:cxn modelId="{AC1125AF-E9A0-4838-A6D8-92A94F9798B5}" type="presParOf" srcId="{BE8CC2DB-D5BD-4FC2-91CB-6C29231CF5E9}" destId="{595639A7-BF9B-4320-BDBF-B9DEC9DFD702}" srcOrd="1" destOrd="0" presId="urn:microsoft.com/office/officeart/2018/2/layout/IconVerticalSolidList"/>
    <dgm:cxn modelId="{4EB3714D-93D6-4864-B498-16A72603EEBF}" type="presParOf" srcId="{BE8CC2DB-D5BD-4FC2-91CB-6C29231CF5E9}" destId="{9DFA9402-FE1E-417D-9D9B-B37535015D38}" srcOrd="2" destOrd="0" presId="urn:microsoft.com/office/officeart/2018/2/layout/IconVerticalSolidList"/>
    <dgm:cxn modelId="{0BC70FED-F893-4060-88BE-2C8D658BAEEC}" type="presParOf" srcId="{9DFA9402-FE1E-417D-9D9B-B37535015D38}" destId="{B3909C55-64B8-4986-8ACA-4277B8C39404}" srcOrd="0" destOrd="0" presId="urn:microsoft.com/office/officeart/2018/2/layout/IconVerticalSolidList"/>
    <dgm:cxn modelId="{47431C14-E523-41AA-B7C9-EBA36926E262}" type="presParOf" srcId="{9DFA9402-FE1E-417D-9D9B-B37535015D38}" destId="{86EF31E7-419E-4CE6-A3DF-CA75CF27A1BE}" srcOrd="1" destOrd="0" presId="urn:microsoft.com/office/officeart/2018/2/layout/IconVerticalSolidList"/>
    <dgm:cxn modelId="{CC72D779-9B98-4934-93C3-77234AD9938E}" type="presParOf" srcId="{9DFA9402-FE1E-417D-9D9B-B37535015D38}" destId="{03D55201-8575-470E-913B-EEC91DBD04B8}" srcOrd="2" destOrd="0" presId="urn:microsoft.com/office/officeart/2018/2/layout/IconVerticalSolidList"/>
    <dgm:cxn modelId="{8AA01585-3C8A-45F3-8503-21FD1F61CEE7}" type="presParOf" srcId="{9DFA9402-FE1E-417D-9D9B-B37535015D38}" destId="{A5B03B52-E5A3-4680-B030-3BAFD80178A6}" srcOrd="3" destOrd="0" presId="urn:microsoft.com/office/officeart/2018/2/layout/IconVerticalSolidList"/>
    <dgm:cxn modelId="{4908BA00-ED34-4095-9FFE-E234E864DAB4}" type="presParOf" srcId="{BE8CC2DB-D5BD-4FC2-91CB-6C29231CF5E9}" destId="{6EEDB96B-3B9D-4728-BC0F-B517B26FC7CF}" srcOrd="3" destOrd="0" presId="urn:microsoft.com/office/officeart/2018/2/layout/IconVerticalSolidList"/>
    <dgm:cxn modelId="{068AB604-D6B5-4C77-8487-F40B1F74CD8E}" type="presParOf" srcId="{BE8CC2DB-D5BD-4FC2-91CB-6C29231CF5E9}" destId="{0ED46FDE-F614-469A-A00E-ED54E55AC206}" srcOrd="4" destOrd="0" presId="urn:microsoft.com/office/officeart/2018/2/layout/IconVerticalSolidList"/>
    <dgm:cxn modelId="{185D08CE-466B-4C9B-9F92-94C484DA40D6}" type="presParOf" srcId="{0ED46FDE-F614-469A-A00E-ED54E55AC206}" destId="{1DDC9ACE-BE07-4F0B-B2C1-149497290C7E}" srcOrd="0" destOrd="0" presId="urn:microsoft.com/office/officeart/2018/2/layout/IconVerticalSolidList"/>
    <dgm:cxn modelId="{0B3A9E48-EF73-41D6-B30F-7763C1ABF7C6}" type="presParOf" srcId="{0ED46FDE-F614-469A-A00E-ED54E55AC206}" destId="{1CCDECD7-1E26-41C1-AC78-3D1AE4F4095F}" srcOrd="1" destOrd="0" presId="urn:microsoft.com/office/officeart/2018/2/layout/IconVerticalSolidList"/>
    <dgm:cxn modelId="{E21B54C9-041A-44F2-8448-ABB1364F7EEB}" type="presParOf" srcId="{0ED46FDE-F614-469A-A00E-ED54E55AC206}" destId="{96B7D7BA-641C-4A32-9702-C7BF164F27A5}" srcOrd="2" destOrd="0" presId="urn:microsoft.com/office/officeart/2018/2/layout/IconVerticalSolidList"/>
    <dgm:cxn modelId="{AAA6E57F-8BEB-4F7E-A1E6-F92A77C54EC0}" type="presParOf" srcId="{0ED46FDE-F614-469A-A00E-ED54E55AC206}" destId="{32CCDB86-2C55-455E-9356-26C8EA1DC6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980E7D-073F-469F-9563-B2A6E5537D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64D44E7-19D8-45AD-B71F-ACD4F3C86ADC}">
      <dgm:prSet/>
      <dgm:spPr/>
      <dgm:t>
        <a:bodyPr/>
        <a:lstStyle/>
        <a:p>
          <a:pPr>
            <a:defRPr cap="all"/>
          </a:pPr>
          <a:r>
            <a:rPr lang="en-US"/>
            <a:t>Python (Pandas, Matplotlib)</a:t>
          </a:r>
        </a:p>
      </dgm:t>
    </dgm:pt>
    <dgm:pt modelId="{D1A98BB2-641D-42A5-8DC7-54B9DC3C0E81}" type="parTrans" cxnId="{F286BDBD-A7B4-4208-8FD1-79FD19B47304}">
      <dgm:prSet/>
      <dgm:spPr/>
      <dgm:t>
        <a:bodyPr/>
        <a:lstStyle/>
        <a:p>
          <a:endParaRPr lang="en-US"/>
        </a:p>
      </dgm:t>
    </dgm:pt>
    <dgm:pt modelId="{20CDD884-DD23-4EBC-94B4-3E252C4F92FF}" type="sibTrans" cxnId="{F286BDBD-A7B4-4208-8FD1-79FD19B47304}">
      <dgm:prSet/>
      <dgm:spPr/>
      <dgm:t>
        <a:bodyPr/>
        <a:lstStyle/>
        <a:p>
          <a:endParaRPr lang="en-US"/>
        </a:p>
      </dgm:t>
    </dgm:pt>
    <dgm:pt modelId="{A79C2B89-FE72-4B2B-B507-A277ABD6DB4D}">
      <dgm:prSet/>
      <dgm:spPr/>
      <dgm:t>
        <a:bodyPr/>
        <a:lstStyle/>
        <a:p>
          <a:pPr>
            <a:defRPr cap="all"/>
          </a:pPr>
          <a:r>
            <a:rPr lang="en-US"/>
            <a:t>RFM marketing framework</a:t>
          </a:r>
        </a:p>
      </dgm:t>
    </dgm:pt>
    <dgm:pt modelId="{3B853645-B5C2-4529-83A7-90582A20CB35}" type="parTrans" cxnId="{DDFF927F-7CB2-4F6E-A89B-AD6DFC48FFD5}">
      <dgm:prSet/>
      <dgm:spPr/>
      <dgm:t>
        <a:bodyPr/>
        <a:lstStyle/>
        <a:p>
          <a:endParaRPr lang="en-US"/>
        </a:p>
      </dgm:t>
    </dgm:pt>
    <dgm:pt modelId="{F33C0713-9322-40B3-A9AE-8DD4476B9501}" type="sibTrans" cxnId="{DDFF927F-7CB2-4F6E-A89B-AD6DFC48FFD5}">
      <dgm:prSet/>
      <dgm:spPr/>
      <dgm:t>
        <a:bodyPr/>
        <a:lstStyle/>
        <a:p>
          <a:endParaRPr lang="en-US"/>
        </a:p>
      </dgm:t>
    </dgm:pt>
    <dgm:pt modelId="{944653B2-4EED-4B0D-A89B-C06FA36DAC47}">
      <dgm:prSet/>
      <dgm:spPr/>
      <dgm:t>
        <a:bodyPr/>
        <a:lstStyle/>
        <a:p>
          <a:pPr>
            <a:defRPr cap="all"/>
          </a:pPr>
          <a:r>
            <a:rPr lang="en-US"/>
            <a:t>Self-executed personal project</a:t>
          </a:r>
        </a:p>
      </dgm:t>
    </dgm:pt>
    <dgm:pt modelId="{4E05B4EF-764E-4739-836F-6BF0EC652B05}" type="parTrans" cxnId="{0C6B14D8-9623-4201-B698-729FC3B6BF79}">
      <dgm:prSet/>
      <dgm:spPr/>
      <dgm:t>
        <a:bodyPr/>
        <a:lstStyle/>
        <a:p>
          <a:endParaRPr lang="en-US"/>
        </a:p>
      </dgm:t>
    </dgm:pt>
    <dgm:pt modelId="{BBDDF93D-FDB7-42A8-937D-D061F765F4B9}" type="sibTrans" cxnId="{0C6B14D8-9623-4201-B698-729FC3B6BF79}">
      <dgm:prSet/>
      <dgm:spPr/>
      <dgm:t>
        <a:bodyPr/>
        <a:lstStyle/>
        <a:p>
          <a:endParaRPr lang="en-US"/>
        </a:p>
      </dgm:t>
    </dgm:pt>
    <dgm:pt modelId="{F5845553-10CD-49F5-A32B-C4267BA4F3DB}" type="pres">
      <dgm:prSet presAssocID="{8E980E7D-073F-469F-9563-B2A6E5537D1D}" presName="root" presStyleCnt="0">
        <dgm:presLayoutVars>
          <dgm:dir/>
          <dgm:resizeHandles val="exact"/>
        </dgm:presLayoutVars>
      </dgm:prSet>
      <dgm:spPr/>
    </dgm:pt>
    <dgm:pt modelId="{42F28298-EF62-4D37-BFD9-4E459DDF5CA3}" type="pres">
      <dgm:prSet presAssocID="{664D44E7-19D8-45AD-B71F-ACD4F3C86ADC}" presName="compNode" presStyleCnt="0"/>
      <dgm:spPr/>
    </dgm:pt>
    <dgm:pt modelId="{0561477E-79A2-49AB-9C93-75C7213E0EC0}" type="pres">
      <dgm:prSet presAssocID="{664D44E7-19D8-45AD-B71F-ACD4F3C86ADC}" presName="iconBgRect" presStyleLbl="bgShp" presStyleIdx="0" presStyleCnt="3"/>
      <dgm:spPr/>
    </dgm:pt>
    <dgm:pt modelId="{BE78E9CB-CD04-4C6E-81C1-E4E02CC2C86F}" type="pres">
      <dgm:prSet presAssocID="{664D44E7-19D8-45AD-B71F-ACD4F3C86A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D69656CE-674C-41CE-824B-205FE4B1F770}" type="pres">
      <dgm:prSet presAssocID="{664D44E7-19D8-45AD-B71F-ACD4F3C86ADC}" presName="spaceRect" presStyleCnt="0"/>
      <dgm:spPr/>
    </dgm:pt>
    <dgm:pt modelId="{E825A2BC-F695-432D-AC0E-98E46CD44317}" type="pres">
      <dgm:prSet presAssocID="{664D44E7-19D8-45AD-B71F-ACD4F3C86ADC}" presName="textRect" presStyleLbl="revTx" presStyleIdx="0" presStyleCnt="3">
        <dgm:presLayoutVars>
          <dgm:chMax val="1"/>
          <dgm:chPref val="1"/>
        </dgm:presLayoutVars>
      </dgm:prSet>
      <dgm:spPr/>
    </dgm:pt>
    <dgm:pt modelId="{975C7A76-FAF5-4B18-8307-1F566B1804E2}" type="pres">
      <dgm:prSet presAssocID="{20CDD884-DD23-4EBC-94B4-3E252C4F92FF}" presName="sibTrans" presStyleCnt="0"/>
      <dgm:spPr/>
    </dgm:pt>
    <dgm:pt modelId="{BEB585CB-31E0-4DF3-841B-6126779C7EA3}" type="pres">
      <dgm:prSet presAssocID="{A79C2B89-FE72-4B2B-B507-A277ABD6DB4D}" presName="compNode" presStyleCnt="0"/>
      <dgm:spPr/>
    </dgm:pt>
    <dgm:pt modelId="{E0B4DFE8-09E7-4E47-AEBF-2A5A68890A4F}" type="pres">
      <dgm:prSet presAssocID="{A79C2B89-FE72-4B2B-B507-A277ABD6DB4D}" presName="iconBgRect" presStyleLbl="bgShp" presStyleIdx="1" presStyleCnt="3"/>
      <dgm:spPr/>
    </dgm:pt>
    <dgm:pt modelId="{4C3738C4-4AB1-4D68-A996-B22E0AEBAAAE}" type="pres">
      <dgm:prSet presAssocID="{A79C2B89-FE72-4B2B-B507-A277ABD6DB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2576340-827D-4B6C-B188-3731681AB9A4}" type="pres">
      <dgm:prSet presAssocID="{A79C2B89-FE72-4B2B-B507-A277ABD6DB4D}" presName="spaceRect" presStyleCnt="0"/>
      <dgm:spPr/>
    </dgm:pt>
    <dgm:pt modelId="{C7D6D834-5075-4ED0-9A80-833E2FD77C28}" type="pres">
      <dgm:prSet presAssocID="{A79C2B89-FE72-4B2B-B507-A277ABD6DB4D}" presName="textRect" presStyleLbl="revTx" presStyleIdx="1" presStyleCnt="3">
        <dgm:presLayoutVars>
          <dgm:chMax val="1"/>
          <dgm:chPref val="1"/>
        </dgm:presLayoutVars>
      </dgm:prSet>
      <dgm:spPr/>
    </dgm:pt>
    <dgm:pt modelId="{2AD0333D-A538-43DD-B6B4-DFC6FC4104E4}" type="pres">
      <dgm:prSet presAssocID="{F33C0713-9322-40B3-A9AE-8DD4476B9501}" presName="sibTrans" presStyleCnt="0"/>
      <dgm:spPr/>
    </dgm:pt>
    <dgm:pt modelId="{8AB5BF72-7F43-4AC0-915A-B0EAD7A1C170}" type="pres">
      <dgm:prSet presAssocID="{944653B2-4EED-4B0D-A89B-C06FA36DAC47}" presName="compNode" presStyleCnt="0"/>
      <dgm:spPr/>
    </dgm:pt>
    <dgm:pt modelId="{5E7F57C9-FDEC-4F71-9CEC-858AE996C084}" type="pres">
      <dgm:prSet presAssocID="{944653B2-4EED-4B0D-A89B-C06FA36DAC47}" presName="iconBgRect" presStyleLbl="bgShp" presStyleIdx="2" presStyleCnt="3"/>
      <dgm:spPr/>
    </dgm:pt>
    <dgm:pt modelId="{69A976EC-1BDC-4ECE-A6C2-5D07641BF835}" type="pres">
      <dgm:prSet presAssocID="{944653B2-4EED-4B0D-A89B-C06FA36DAC4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A75FBCB-EC5A-4FED-9DD4-6574C67B815B}" type="pres">
      <dgm:prSet presAssocID="{944653B2-4EED-4B0D-A89B-C06FA36DAC47}" presName="spaceRect" presStyleCnt="0"/>
      <dgm:spPr/>
    </dgm:pt>
    <dgm:pt modelId="{4D2C746E-E602-449F-9630-703921FD1BC0}" type="pres">
      <dgm:prSet presAssocID="{944653B2-4EED-4B0D-A89B-C06FA36DAC4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0640841-CEA7-4704-8E33-3A4026F5D63D}" type="presOf" srcId="{8E980E7D-073F-469F-9563-B2A6E5537D1D}" destId="{F5845553-10CD-49F5-A32B-C4267BA4F3DB}" srcOrd="0" destOrd="0" presId="urn:microsoft.com/office/officeart/2018/5/layout/IconCircleLabelList"/>
    <dgm:cxn modelId="{72166D45-12B3-4AA3-9A53-C23A4547A10F}" type="presOf" srcId="{A79C2B89-FE72-4B2B-B507-A277ABD6DB4D}" destId="{C7D6D834-5075-4ED0-9A80-833E2FD77C28}" srcOrd="0" destOrd="0" presId="urn:microsoft.com/office/officeart/2018/5/layout/IconCircleLabelList"/>
    <dgm:cxn modelId="{2061C36B-1CF7-45B2-BC4F-4795F436E396}" type="presOf" srcId="{944653B2-4EED-4B0D-A89B-C06FA36DAC47}" destId="{4D2C746E-E602-449F-9630-703921FD1BC0}" srcOrd="0" destOrd="0" presId="urn:microsoft.com/office/officeart/2018/5/layout/IconCircleLabelList"/>
    <dgm:cxn modelId="{DDFF927F-7CB2-4F6E-A89B-AD6DFC48FFD5}" srcId="{8E980E7D-073F-469F-9563-B2A6E5537D1D}" destId="{A79C2B89-FE72-4B2B-B507-A277ABD6DB4D}" srcOrd="1" destOrd="0" parTransId="{3B853645-B5C2-4529-83A7-90582A20CB35}" sibTransId="{F33C0713-9322-40B3-A9AE-8DD4476B9501}"/>
    <dgm:cxn modelId="{F286BDBD-A7B4-4208-8FD1-79FD19B47304}" srcId="{8E980E7D-073F-469F-9563-B2A6E5537D1D}" destId="{664D44E7-19D8-45AD-B71F-ACD4F3C86ADC}" srcOrd="0" destOrd="0" parTransId="{D1A98BB2-641D-42A5-8DC7-54B9DC3C0E81}" sibTransId="{20CDD884-DD23-4EBC-94B4-3E252C4F92FF}"/>
    <dgm:cxn modelId="{0C6B14D8-9623-4201-B698-729FC3B6BF79}" srcId="{8E980E7D-073F-469F-9563-B2A6E5537D1D}" destId="{944653B2-4EED-4B0D-A89B-C06FA36DAC47}" srcOrd="2" destOrd="0" parTransId="{4E05B4EF-764E-4739-836F-6BF0EC652B05}" sibTransId="{BBDDF93D-FDB7-42A8-937D-D061F765F4B9}"/>
    <dgm:cxn modelId="{7F175CE6-C903-4002-B55F-966BD4A519CE}" type="presOf" srcId="{664D44E7-19D8-45AD-B71F-ACD4F3C86ADC}" destId="{E825A2BC-F695-432D-AC0E-98E46CD44317}" srcOrd="0" destOrd="0" presId="urn:microsoft.com/office/officeart/2018/5/layout/IconCircleLabelList"/>
    <dgm:cxn modelId="{D6EC540B-F753-4EF1-8FAC-662313AD62A9}" type="presParOf" srcId="{F5845553-10CD-49F5-A32B-C4267BA4F3DB}" destId="{42F28298-EF62-4D37-BFD9-4E459DDF5CA3}" srcOrd="0" destOrd="0" presId="urn:microsoft.com/office/officeart/2018/5/layout/IconCircleLabelList"/>
    <dgm:cxn modelId="{7ED943CC-76E0-4456-8D88-4AA08359B152}" type="presParOf" srcId="{42F28298-EF62-4D37-BFD9-4E459DDF5CA3}" destId="{0561477E-79A2-49AB-9C93-75C7213E0EC0}" srcOrd="0" destOrd="0" presId="urn:microsoft.com/office/officeart/2018/5/layout/IconCircleLabelList"/>
    <dgm:cxn modelId="{34C68FE0-1FAE-4FFD-AFEE-8928267B85B8}" type="presParOf" srcId="{42F28298-EF62-4D37-BFD9-4E459DDF5CA3}" destId="{BE78E9CB-CD04-4C6E-81C1-E4E02CC2C86F}" srcOrd="1" destOrd="0" presId="urn:microsoft.com/office/officeart/2018/5/layout/IconCircleLabelList"/>
    <dgm:cxn modelId="{307A4FD0-F7ED-4997-9A1A-76491F815643}" type="presParOf" srcId="{42F28298-EF62-4D37-BFD9-4E459DDF5CA3}" destId="{D69656CE-674C-41CE-824B-205FE4B1F770}" srcOrd="2" destOrd="0" presId="urn:microsoft.com/office/officeart/2018/5/layout/IconCircleLabelList"/>
    <dgm:cxn modelId="{C77B69A3-E557-423D-B716-742B959708BD}" type="presParOf" srcId="{42F28298-EF62-4D37-BFD9-4E459DDF5CA3}" destId="{E825A2BC-F695-432D-AC0E-98E46CD44317}" srcOrd="3" destOrd="0" presId="urn:microsoft.com/office/officeart/2018/5/layout/IconCircleLabelList"/>
    <dgm:cxn modelId="{34E92491-A7DE-4926-80BC-AE5C9BC409F1}" type="presParOf" srcId="{F5845553-10CD-49F5-A32B-C4267BA4F3DB}" destId="{975C7A76-FAF5-4B18-8307-1F566B1804E2}" srcOrd="1" destOrd="0" presId="urn:microsoft.com/office/officeart/2018/5/layout/IconCircleLabelList"/>
    <dgm:cxn modelId="{9B663D6C-7129-4FA6-87A0-8DD5E4F7A09A}" type="presParOf" srcId="{F5845553-10CD-49F5-A32B-C4267BA4F3DB}" destId="{BEB585CB-31E0-4DF3-841B-6126779C7EA3}" srcOrd="2" destOrd="0" presId="urn:microsoft.com/office/officeart/2018/5/layout/IconCircleLabelList"/>
    <dgm:cxn modelId="{FE2DDF1F-E48E-4A5D-A2F8-D28B02700640}" type="presParOf" srcId="{BEB585CB-31E0-4DF3-841B-6126779C7EA3}" destId="{E0B4DFE8-09E7-4E47-AEBF-2A5A68890A4F}" srcOrd="0" destOrd="0" presId="urn:microsoft.com/office/officeart/2018/5/layout/IconCircleLabelList"/>
    <dgm:cxn modelId="{ED72AAEA-FE11-4037-93D0-A09AA945A775}" type="presParOf" srcId="{BEB585CB-31E0-4DF3-841B-6126779C7EA3}" destId="{4C3738C4-4AB1-4D68-A996-B22E0AEBAAAE}" srcOrd="1" destOrd="0" presId="urn:microsoft.com/office/officeart/2018/5/layout/IconCircleLabelList"/>
    <dgm:cxn modelId="{85F3A0C6-8BC0-4028-B921-A02820F9534F}" type="presParOf" srcId="{BEB585CB-31E0-4DF3-841B-6126779C7EA3}" destId="{D2576340-827D-4B6C-B188-3731681AB9A4}" srcOrd="2" destOrd="0" presId="urn:microsoft.com/office/officeart/2018/5/layout/IconCircleLabelList"/>
    <dgm:cxn modelId="{6A86ADD9-AB16-4C8F-9CAE-A13789CA66B8}" type="presParOf" srcId="{BEB585CB-31E0-4DF3-841B-6126779C7EA3}" destId="{C7D6D834-5075-4ED0-9A80-833E2FD77C28}" srcOrd="3" destOrd="0" presId="urn:microsoft.com/office/officeart/2018/5/layout/IconCircleLabelList"/>
    <dgm:cxn modelId="{B80273A3-7125-451B-B3FE-CFE0AF379E0E}" type="presParOf" srcId="{F5845553-10CD-49F5-A32B-C4267BA4F3DB}" destId="{2AD0333D-A538-43DD-B6B4-DFC6FC4104E4}" srcOrd="3" destOrd="0" presId="urn:microsoft.com/office/officeart/2018/5/layout/IconCircleLabelList"/>
    <dgm:cxn modelId="{0A77EA34-634F-477B-A160-9F38039E65BF}" type="presParOf" srcId="{F5845553-10CD-49F5-A32B-C4267BA4F3DB}" destId="{8AB5BF72-7F43-4AC0-915A-B0EAD7A1C170}" srcOrd="4" destOrd="0" presId="urn:microsoft.com/office/officeart/2018/5/layout/IconCircleLabelList"/>
    <dgm:cxn modelId="{A810BD96-4E66-4696-8839-797853FCBA4A}" type="presParOf" srcId="{8AB5BF72-7F43-4AC0-915A-B0EAD7A1C170}" destId="{5E7F57C9-FDEC-4F71-9CEC-858AE996C084}" srcOrd="0" destOrd="0" presId="urn:microsoft.com/office/officeart/2018/5/layout/IconCircleLabelList"/>
    <dgm:cxn modelId="{8F22377C-43A2-4605-B410-E86B1E63EA7D}" type="presParOf" srcId="{8AB5BF72-7F43-4AC0-915A-B0EAD7A1C170}" destId="{69A976EC-1BDC-4ECE-A6C2-5D07641BF835}" srcOrd="1" destOrd="0" presId="urn:microsoft.com/office/officeart/2018/5/layout/IconCircleLabelList"/>
    <dgm:cxn modelId="{B5414C7B-8BEA-42D9-B29E-8280F3583463}" type="presParOf" srcId="{8AB5BF72-7F43-4AC0-915A-B0EAD7A1C170}" destId="{BA75FBCB-EC5A-4FED-9DD4-6574C67B815B}" srcOrd="2" destOrd="0" presId="urn:microsoft.com/office/officeart/2018/5/layout/IconCircleLabelList"/>
    <dgm:cxn modelId="{25B7148F-2D9B-4F39-B8CE-C43B4ECAA27C}" type="presParOf" srcId="{8AB5BF72-7F43-4AC0-915A-B0EAD7A1C170}" destId="{4D2C746E-E602-449F-9630-703921FD1B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18DA3-DAB4-4533-9D1F-9CB9750FEDA9}">
      <dsp:nvSpPr>
        <dsp:cNvPr id="0" name=""/>
        <dsp:cNvSpPr/>
      </dsp:nvSpPr>
      <dsp:spPr>
        <a:xfrm>
          <a:off x="0" y="680"/>
          <a:ext cx="4695825" cy="15934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ED504B-1853-4C70-AC47-B48107B66B5E}">
      <dsp:nvSpPr>
        <dsp:cNvPr id="0" name=""/>
        <dsp:cNvSpPr/>
      </dsp:nvSpPr>
      <dsp:spPr>
        <a:xfrm>
          <a:off x="482021" y="359209"/>
          <a:ext cx="876403" cy="8764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896E9-303C-4EEE-854D-D98B49979940}">
      <dsp:nvSpPr>
        <dsp:cNvPr id="0" name=""/>
        <dsp:cNvSpPr/>
      </dsp:nvSpPr>
      <dsp:spPr>
        <a:xfrm>
          <a:off x="1840447" y="680"/>
          <a:ext cx="2855377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Urban retail faces challenges in inventory planning, engagement, and retention.</a:t>
          </a:r>
        </a:p>
      </dsp:txBody>
      <dsp:txXfrm>
        <a:off x="1840447" y="680"/>
        <a:ext cx="2855377" cy="1593460"/>
      </dsp:txXfrm>
    </dsp:sp>
    <dsp:sp modelId="{5DA35D54-6195-44CC-856B-11A4369E3ED6}">
      <dsp:nvSpPr>
        <dsp:cNvPr id="0" name=""/>
        <dsp:cNvSpPr/>
      </dsp:nvSpPr>
      <dsp:spPr>
        <a:xfrm>
          <a:off x="0" y="1992507"/>
          <a:ext cx="4695825" cy="15934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B58541-913F-474C-803D-CF5BE831DFB1}">
      <dsp:nvSpPr>
        <dsp:cNvPr id="0" name=""/>
        <dsp:cNvSpPr/>
      </dsp:nvSpPr>
      <dsp:spPr>
        <a:xfrm>
          <a:off x="482021" y="2351035"/>
          <a:ext cx="876403" cy="8764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8DB82-6EDA-4FBB-9B03-BBFF0C24A96A}">
      <dsp:nvSpPr>
        <dsp:cNvPr id="0" name=""/>
        <dsp:cNvSpPr/>
      </dsp:nvSpPr>
      <dsp:spPr>
        <a:xfrm>
          <a:off x="1840447" y="1992507"/>
          <a:ext cx="2855377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project applies RFM segmentation used by leading e-commerce platforms.</a:t>
          </a:r>
        </a:p>
      </dsp:txBody>
      <dsp:txXfrm>
        <a:off x="1840447" y="1992507"/>
        <a:ext cx="2855377" cy="1593460"/>
      </dsp:txXfrm>
    </dsp:sp>
    <dsp:sp modelId="{A0CD1309-1F94-46F7-A296-D855E5DE7928}">
      <dsp:nvSpPr>
        <dsp:cNvPr id="0" name=""/>
        <dsp:cNvSpPr/>
      </dsp:nvSpPr>
      <dsp:spPr>
        <a:xfrm>
          <a:off x="0" y="3984333"/>
          <a:ext cx="4695825" cy="159346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B6848-264E-4CC8-8EFC-C89D7299FB87}">
      <dsp:nvSpPr>
        <dsp:cNvPr id="0" name=""/>
        <dsp:cNvSpPr/>
      </dsp:nvSpPr>
      <dsp:spPr>
        <a:xfrm>
          <a:off x="482021" y="4342861"/>
          <a:ext cx="876403" cy="8764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E6D3D-22EC-4E00-8A16-95FE00C16C30}">
      <dsp:nvSpPr>
        <dsp:cNvPr id="0" name=""/>
        <dsp:cNvSpPr/>
      </dsp:nvSpPr>
      <dsp:spPr>
        <a:xfrm>
          <a:off x="1840447" y="3984333"/>
          <a:ext cx="2855377" cy="1593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641" tIns="168641" rIns="168641" bIns="1686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Objective: Segment customers and derive actionable marketing strategies.</a:t>
          </a:r>
        </a:p>
      </dsp:txBody>
      <dsp:txXfrm>
        <a:off x="1840447" y="3984333"/>
        <a:ext cx="2855377" cy="1593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635E46-A241-4A3D-8035-B94EB93FFE22}">
      <dsp:nvSpPr>
        <dsp:cNvPr id="0" name=""/>
        <dsp:cNvSpPr/>
      </dsp:nvSpPr>
      <dsp:spPr>
        <a:xfrm>
          <a:off x="0" y="0"/>
          <a:ext cx="6904533" cy="10796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Transactional customer-level dataset.</a:t>
          </a:r>
        </a:p>
      </dsp:txBody>
      <dsp:txXfrm>
        <a:off x="31622" y="31622"/>
        <a:ext cx="5739497" cy="1016414"/>
      </dsp:txXfrm>
    </dsp:sp>
    <dsp:sp modelId="{8745553B-C1DB-4586-8B97-14AD415EA1A0}">
      <dsp:nvSpPr>
        <dsp:cNvPr id="0" name=""/>
        <dsp:cNvSpPr/>
      </dsp:nvSpPr>
      <dsp:spPr>
        <a:xfrm>
          <a:off x="609223" y="1259602"/>
          <a:ext cx="6904533" cy="107965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fields: CustomerID, OrderID, PurchaseDate, TransactionAmount, Location.</a:t>
          </a:r>
        </a:p>
      </dsp:txBody>
      <dsp:txXfrm>
        <a:off x="640845" y="1291224"/>
        <a:ext cx="5530287" cy="1016414"/>
      </dsp:txXfrm>
    </dsp:sp>
    <dsp:sp modelId="{3345A716-1FF7-4080-9E62-69C71689B631}">
      <dsp:nvSpPr>
        <dsp:cNvPr id="0" name=""/>
        <dsp:cNvSpPr/>
      </dsp:nvSpPr>
      <dsp:spPr>
        <a:xfrm>
          <a:off x="1218447" y="2519204"/>
          <a:ext cx="6904533" cy="107965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cleaned to remove duplicates and invalid transactions.</a:t>
          </a:r>
        </a:p>
      </dsp:txBody>
      <dsp:txXfrm>
        <a:off x="1250069" y="2550826"/>
        <a:ext cx="5530287" cy="1016414"/>
      </dsp:txXfrm>
    </dsp:sp>
    <dsp:sp modelId="{B9DE4488-4335-4398-A1BA-E1370C12D4A3}">
      <dsp:nvSpPr>
        <dsp:cNvPr id="0" name=""/>
        <dsp:cNvSpPr/>
      </dsp:nvSpPr>
      <dsp:spPr>
        <a:xfrm>
          <a:off x="6202755" y="818741"/>
          <a:ext cx="701778" cy="701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360655" y="818741"/>
        <a:ext cx="385978" cy="528088"/>
      </dsp:txXfrm>
    </dsp:sp>
    <dsp:sp modelId="{F65FDA85-B50A-489A-A702-C913E0618ADB}">
      <dsp:nvSpPr>
        <dsp:cNvPr id="0" name=""/>
        <dsp:cNvSpPr/>
      </dsp:nvSpPr>
      <dsp:spPr>
        <a:xfrm>
          <a:off x="6811979" y="2071145"/>
          <a:ext cx="701778" cy="701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6969879" y="2071145"/>
        <a:ext cx="385978" cy="5280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327BD-D29B-493C-85DA-839AAC833B92}">
      <dsp:nvSpPr>
        <dsp:cNvPr id="0" name=""/>
        <dsp:cNvSpPr/>
      </dsp:nvSpPr>
      <dsp:spPr>
        <a:xfrm>
          <a:off x="481740" y="471931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5194B1-88CB-428A-B993-39EE9DC92A19}">
      <dsp:nvSpPr>
        <dsp:cNvPr id="0" name=""/>
        <dsp:cNvSpPr/>
      </dsp:nvSpPr>
      <dsp:spPr>
        <a:xfrm>
          <a:off x="796178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A98B6-EC62-4D35-8170-6D657A4A8DB1}">
      <dsp:nvSpPr>
        <dsp:cNvPr id="0" name=""/>
        <dsp:cNvSpPr/>
      </dsp:nvSpPr>
      <dsp:spPr>
        <a:xfrm>
          <a:off x="10084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 cleaning and preprocessing using Python.</a:t>
          </a:r>
        </a:p>
      </dsp:txBody>
      <dsp:txXfrm>
        <a:off x="10084" y="2406931"/>
        <a:ext cx="2418750" cy="720000"/>
      </dsp:txXfrm>
    </dsp:sp>
    <dsp:sp modelId="{F4F7D2B1-F9CB-40D3-8DB6-CE260593C5B4}">
      <dsp:nvSpPr>
        <dsp:cNvPr id="0" name=""/>
        <dsp:cNvSpPr/>
      </dsp:nvSpPr>
      <dsp:spPr>
        <a:xfrm>
          <a:off x="3323771" y="471931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86A91-509C-4532-956B-0A66AB4A782F}">
      <dsp:nvSpPr>
        <dsp:cNvPr id="0" name=""/>
        <dsp:cNvSpPr/>
      </dsp:nvSpPr>
      <dsp:spPr>
        <a:xfrm>
          <a:off x="3638209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27817-1E39-484C-B6B8-85B94A25BD12}">
      <dsp:nvSpPr>
        <dsp:cNvPr id="0" name=""/>
        <dsp:cNvSpPr/>
      </dsp:nvSpPr>
      <dsp:spPr>
        <a:xfrm>
          <a:off x="2852115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Customer-level RFM metric calculation.</a:t>
          </a:r>
        </a:p>
      </dsp:txBody>
      <dsp:txXfrm>
        <a:off x="2852115" y="2406931"/>
        <a:ext cx="2418750" cy="720000"/>
      </dsp:txXfrm>
    </dsp:sp>
    <dsp:sp modelId="{F05F27B9-2209-4C85-903D-CD582C0CF46B}">
      <dsp:nvSpPr>
        <dsp:cNvPr id="0" name=""/>
        <dsp:cNvSpPr/>
      </dsp:nvSpPr>
      <dsp:spPr>
        <a:xfrm>
          <a:off x="6165803" y="471931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7212A-2688-4D5D-8243-D2F732C8A558}">
      <dsp:nvSpPr>
        <dsp:cNvPr id="0" name=""/>
        <dsp:cNvSpPr/>
      </dsp:nvSpPr>
      <dsp:spPr>
        <a:xfrm>
          <a:off x="6480240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FA0C5-2633-4472-AD21-4CC78CEC005E}">
      <dsp:nvSpPr>
        <dsp:cNvPr id="0" name=""/>
        <dsp:cNvSpPr/>
      </dsp:nvSpPr>
      <dsp:spPr>
        <a:xfrm>
          <a:off x="5694146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Quantile-based scoring and segmentation.</a:t>
          </a:r>
        </a:p>
      </dsp:txBody>
      <dsp:txXfrm>
        <a:off x="5694146" y="2406931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2CF2F-AC80-4CF1-8221-FDB6EE16E43D}">
      <dsp:nvSpPr>
        <dsp:cNvPr id="0" name=""/>
        <dsp:cNvSpPr/>
      </dsp:nvSpPr>
      <dsp:spPr>
        <a:xfrm>
          <a:off x="987507" y="1735"/>
          <a:ext cx="2428607" cy="14571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Recency: Days since last purchase.</a:t>
          </a:r>
        </a:p>
      </dsp:txBody>
      <dsp:txXfrm>
        <a:off x="987507" y="1735"/>
        <a:ext cx="2428607" cy="1457164"/>
      </dsp:txXfrm>
    </dsp:sp>
    <dsp:sp modelId="{BD18FCAC-23A9-4D0C-A8F4-9E46028EF8B7}">
      <dsp:nvSpPr>
        <dsp:cNvPr id="0" name=""/>
        <dsp:cNvSpPr/>
      </dsp:nvSpPr>
      <dsp:spPr>
        <a:xfrm>
          <a:off x="3658975" y="1735"/>
          <a:ext cx="2428607" cy="1457164"/>
        </a:xfrm>
        <a:prstGeom prst="rect">
          <a:avLst/>
        </a:prstGeom>
        <a:solidFill>
          <a:schemeClr val="accent5">
            <a:hueOff val="-8031992"/>
            <a:satOff val="1435"/>
            <a:lumOff val="-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Frequency: Number of unique orders.</a:t>
          </a:r>
        </a:p>
      </dsp:txBody>
      <dsp:txXfrm>
        <a:off x="3658975" y="1735"/>
        <a:ext cx="2428607" cy="1457164"/>
      </dsp:txXfrm>
    </dsp:sp>
    <dsp:sp modelId="{CC9A2170-AC60-488C-8718-70C694F51C5D}">
      <dsp:nvSpPr>
        <dsp:cNvPr id="0" name=""/>
        <dsp:cNvSpPr/>
      </dsp:nvSpPr>
      <dsp:spPr>
        <a:xfrm>
          <a:off x="2323241" y="1701760"/>
          <a:ext cx="2428607" cy="1457164"/>
        </a:xfrm>
        <a:prstGeom prst="rect">
          <a:avLst/>
        </a:prstGeom>
        <a:solidFill>
          <a:schemeClr val="accent5">
            <a:hueOff val="-16063984"/>
            <a:satOff val="2870"/>
            <a:lumOff val="-6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Monetary: Total spending by customer.</a:t>
          </a:r>
        </a:p>
      </dsp:txBody>
      <dsp:txXfrm>
        <a:off x="2323241" y="1701760"/>
        <a:ext cx="2428607" cy="14571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293CC-9DEF-4876-A365-417C49AF404C}">
      <dsp:nvSpPr>
        <dsp:cNvPr id="0" name=""/>
        <dsp:cNvSpPr/>
      </dsp:nvSpPr>
      <dsp:spPr>
        <a:xfrm>
          <a:off x="534592" y="32386"/>
          <a:ext cx="770258" cy="7702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EE0D69-FA3C-414C-B5C1-DA8AE72B05D8}">
      <dsp:nvSpPr>
        <dsp:cNvPr id="0" name=""/>
        <dsp:cNvSpPr/>
      </dsp:nvSpPr>
      <dsp:spPr>
        <a:xfrm>
          <a:off x="696347" y="194140"/>
          <a:ext cx="446749" cy="4467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A3E59-F18C-49E3-B85F-C932695AC165}">
      <dsp:nvSpPr>
        <dsp:cNvPr id="0" name=""/>
        <dsp:cNvSpPr/>
      </dsp:nvSpPr>
      <dsp:spPr>
        <a:xfrm>
          <a:off x="1469906" y="32386"/>
          <a:ext cx="1815609" cy="770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Champions</a:t>
          </a:r>
        </a:p>
      </dsp:txBody>
      <dsp:txXfrm>
        <a:off x="1469906" y="32386"/>
        <a:ext cx="1815609" cy="770258"/>
      </dsp:txXfrm>
    </dsp:sp>
    <dsp:sp modelId="{AC8C7120-4B19-43B7-AB9A-D84E91DA080B}">
      <dsp:nvSpPr>
        <dsp:cNvPr id="0" name=""/>
        <dsp:cNvSpPr/>
      </dsp:nvSpPr>
      <dsp:spPr>
        <a:xfrm>
          <a:off x="3601872" y="32386"/>
          <a:ext cx="770258" cy="7702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D4951-6F17-42E6-9C97-88B0D87E9082}">
      <dsp:nvSpPr>
        <dsp:cNvPr id="0" name=""/>
        <dsp:cNvSpPr/>
      </dsp:nvSpPr>
      <dsp:spPr>
        <a:xfrm>
          <a:off x="3763626" y="194140"/>
          <a:ext cx="446749" cy="4467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21CA8-CD44-4A84-9A19-995736463AFD}">
      <dsp:nvSpPr>
        <dsp:cNvPr id="0" name=""/>
        <dsp:cNvSpPr/>
      </dsp:nvSpPr>
      <dsp:spPr>
        <a:xfrm>
          <a:off x="4537186" y="32386"/>
          <a:ext cx="1815609" cy="770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Loyal Customers</a:t>
          </a:r>
        </a:p>
      </dsp:txBody>
      <dsp:txXfrm>
        <a:off x="4537186" y="32386"/>
        <a:ext cx="1815609" cy="770258"/>
      </dsp:txXfrm>
    </dsp:sp>
    <dsp:sp modelId="{FA706318-AA06-4A87-AD44-61637C473212}">
      <dsp:nvSpPr>
        <dsp:cNvPr id="0" name=""/>
        <dsp:cNvSpPr/>
      </dsp:nvSpPr>
      <dsp:spPr>
        <a:xfrm>
          <a:off x="534592" y="1414528"/>
          <a:ext cx="770258" cy="7702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20375-0003-4C83-A0C6-68273AA58F9F}">
      <dsp:nvSpPr>
        <dsp:cNvPr id="0" name=""/>
        <dsp:cNvSpPr/>
      </dsp:nvSpPr>
      <dsp:spPr>
        <a:xfrm>
          <a:off x="696347" y="1576283"/>
          <a:ext cx="446749" cy="4467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401D9-416B-48A4-8877-88BC2DE711FD}">
      <dsp:nvSpPr>
        <dsp:cNvPr id="0" name=""/>
        <dsp:cNvSpPr/>
      </dsp:nvSpPr>
      <dsp:spPr>
        <a:xfrm>
          <a:off x="1469906" y="1414528"/>
          <a:ext cx="1815609" cy="770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Potential Loyalists</a:t>
          </a:r>
        </a:p>
      </dsp:txBody>
      <dsp:txXfrm>
        <a:off x="1469906" y="1414528"/>
        <a:ext cx="1815609" cy="770258"/>
      </dsp:txXfrm>
    </dsp:sp>
    <dsp:sp modelId="{6E9A12CC-DEF9-47C4-B41D-34B55BC7D12B}">
      <dsp:nvSpPr>
        <dsp:cNvPr id="0" name=""/>
        <dsp:cNvSpPr/>
      </dsp:nvSpPr>
      <dsp:spPr>
        <a:xfrm>
          <a:off x="3601872" y="1414528"/>
          <a:ext cx="770258" cy="7702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25162-9BB5-4A02-9B4A-BF2C6C8D8F53}">
      <dsp:nvSpPr>
        <dsp:cNvPr id="0" name=""/>
        <dsp:cNvSpPr/>
      </dsp:nvSpPr>
      <dsp:spPr>
        <a:xfrm>
          <a:off x="3763626" y="1576283"/>
          <a:ext cx="446749" cy="4467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A8B17-74A1-46FE-A6B1-F6C19FABE7B9}">
      <dsp:nvSpPr>
        <dsp:cNvPr id="0" name=""/>
        <dsp:cNvSpPr/>
      </dsp:nvSpPr>
      <dsp:spPr>
        <a:xfrm>
          <a:off x="4537186" y="1414528"/>
          <a:ext cx="1815609" cy="770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At Risk</a:t>
          </a:r>
        </a:p>
      </dsp:txBody>
      <dsp:txXfrm>
        <a:off x="4537186" y="1414528"/>
        <a:ext cx="1815609" cy="770258"/>
      </dsp:txXfrm>
    </dsp:sp>
    <dsp:sp modelId="{3EA756BD-4101-4BE5-9322-4CEF296A0A4E}">
      <dsp:nvSpPr>
        <dsp:cNvPr id="0" name=""/>
        <dsp:cNvSpPr/>
      </dsp:nvSpPr>
      <dsp:spPr>
        <a:xfrm>
          <a:off x="534592" y="2796671"/>
          <a:ext cx="770258" cy="77025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8DE6A-AD5C-4155-A4F3-FE552F9D57DE}">
      <dsp:nvSpPr>
        <dsp:cNvPr id="0" name=""/>
        <dsp:cNvSpPr/>
      </dsp:nvSpPr>
      <dsp:spPr>
        <a:xfrm>
          <a:off x="696347" y="2958425"/>
          <a:ext cx="446749" cy="4467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45DE4-8CC1-49B2-A11F-BF977A8EBC2C}">
      <dsp:nvSpPr>
        <dsp:cNvPr id="0" name=""/>
        <dsp:cNvSpPr/>
      </dsp:nvSpPr>
      <dsp:spPr>
        <a:xfrm>
          <a:off x="1469906" y="2796671"/>
          <a:ext cx="1815609" cy="770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Lost Customers</a:t>
          </a:r>
        </a:p>
      </dsp:txBody>
      <dsp:txXfrm>
        <a:off x="1469906" y="2796671"/>
        <a:ext cx="1815609" cy="7702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73181-2E15-45D3-B21A-78703AE827B7}">
      <dsp:nvSpPr>
        <dsp:cNvPr id="0" name=""/>
        <dsp:cNvSpPr/>
      </dsp:nvSpPr>
      <dsp:spPr>
        <a:xfrm>
          <a:off x="0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32383-A364-4210-B36E-E9A218B186B9}">
      <dsp:nvSpPr>
        <dsp:cNvPr id="0" name=""/>
        <dsp:cNvSpPr/>
      </dsp:nvSpPr>
      <dsp:spPr>
        <a:xfrm>
          <a:off x="253843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High-value customers purchase frequently and recently.</a:t>
          </a:r>
        </a:p>
      </dsp:txBody>
      <dsp:txXfrm>
        <a:off x="296333" y="1237140"/>
        <a:ext cx="2199608" cy="1365733"/>
      </dsp:txXfrm>
    </dsp:sp>
    <dsp:sp modelId="{5F6E6B3B-4BC8-4CCF-850F-19D959B3368E}">
      <dsp:nvSpPr>
        <dsp:cNvPr id="0" name=""/>
        <dsp:cNvSpPr/>
      </dsp:nvSpPr>
      <dsp:spPr>
        <a:xfrm>
          <a:off x="2792274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5B338-2BFF-4454-ABC1-FEE32AED7F16}">
      <dsp:nvSpPr>
        <dsp:cNvPr id="0" name=""/>
        <dsp:cNvSpPr/>
      </dsp:nvSpPr>
      <dsp:spPr>
        <a:xfrm>
          <a:off x="3046117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Low-value segments show long inactivity periods.</a:t>
          </a:r>
        </a:p>
      </dsp:txBody>
      <dsp:txXfrm>
        <a:off x="3088607" y="1237140"/>
        <a:ext cx="2199608" cy="1365733"/>
      </dsp:txXfrm>
    </dsp:sp>
    <dsp:sp modelId="{31837DCA-A254-4154-A7DC-1E0831412A2C}">
      <dsp:nvSpPr>
        <dsp:cNvPr id="0" name=""/>
        <dsp:cNvSpPr/>
      </dsp:nvSpPr>
      <dsp:spPr>
        <a:xfrm>
          <a:off x="5584549" y="953499"/>
          <a:ext cx="2284588" cy="14507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715F6-CAB1-432D-ABB4-AFF1D68E1CDB}">
      <dsp:nvSpPr>
        <dsp:cNvPr id="0" name=""/>
        <dsp:cNvSpPr/>
      </dsp:nvSpPr>
      <dsp:spPr>
        <a:xfrm>
          <a:off x="5838392" y="1194650"/>
          <a:ext cx="2284588" cy="14507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Engagement drops sharply before churn.</a:t>
          </a:r>
        </a:p>
      </dsp:txBody>
      <dsp:txXfrm>
        <a:off x="5880882" y="1237140"/>
        <a:ext cx="2199608" cy="13657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3A3EE-AABF-4060-8254-9747820EFD5E}">
      <dsp:nvSpPr>
        <dsp:cNvPr id="0" name=""/>
        <dsp:cNvSpPr/>
      </dsp:nvSpPr>
      <dsp:spPr>
        <a:xfrm>
          <a:off x="0" y="657"/>
          <a:ext cx="4466744" cy="15382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C9F91-108F-4EFC-9F76-AB9765188C54}">
      <dsp:nvSpPr>
        <dsp:cNvPr id="0" name=""/>
        <dsp:cNvSpPr/>
      </dsp:nvSpPr>
      <dsp:spPr>
        <a:xfrm>
          <a:off x="465334" y="346774"/>
          <a:ext cx="846063" cy="8460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EA08D-F942-4817-B548-B56A6FD894F0}">
      <dsp:nvSpPr>
        <dsp:cNvPr id="0" name=""/>
        <dsp:cNvSpPr/>
      </dsp:nvSpPr>
      <dsp:spPr>
        <a:xfrm>
          <a:off x="1776732" y="657"/>
          <a:ext cx="2690011" cy="153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03" tIns="162803" rIns="162803" bIns="16280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Premium offerings for Champions.</a:t>
          </a:r>
        </a:p>
      </dsp:txBody>
      <dsp:txXfrm>
        <a:off x="1776732" y="657"/>
        <a:ext cx="2690011" cy="1538296"/>
      </dsp:txXfrm>
    </dsp:sp>
    <dsp:sp modelId="{51AE683E-B976-47CE-8EED-D8C688468058}">
      <dsp:nvSpPr>
        <dsp:cNvPr id="0" name=""/>
        <dsp:cNvSpPr/>
      </dsp:nvSpPr>
      <dsp:spPr>
        <a:xfrm>
          <a:off x="0" y="1923528"/>
          <a:ext cx="4466744" cy="15382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F12AF-A2F8-4775-983D-4CC4D90E0E9F}">
      <dsp:nvSpPr>
        <dsp:cNvPr id="0" name=""/>
        <dsp:cNvSpPr/>
      </dsp:nvSpPr>
      <dsp:spPr>
        <a:xfrm>
          <a:off x="465334" y="2269645"/>
          <a:ext cx="846063" cy="8460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C40C9-8E5C-4F65-9707-D0546DE0FFD5}">
      <dsp:nvSpPr>
        <dsp:cNvPr id="0" name=""/>
        <dsp:cNvSpPr/>
      </dsp:nvSpPr>
      <dsp:spPr>
        <a:xfrm>
          <a:off x="1776732" y="1923528"/>
          <a:ext cx="2690011" cy="153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03" tIns="162803" rIns="162803" bIns="16280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Loyalty programs for Loyal Customers.</a:t>
          </a:r>
        </a:p>
      </dsp:txBody>
      <dsp:txXfrm>
        <a:off x="1776732" y="1923528"/>
        <a:ext cx="2690011" cy="1538296"/>
      </dsp:txXfrm>
    </dsp:sp>
    <dsp:sp modelId="{B1BECC9D-0BAE-41D1-8608-DCF5EA4A3DCD}">
      <dsp:nvSpPr>
        <dsp:cNvPr id="0" name=""/>
        <dsp:cNvSpPr/>
      </dsp:nvSpPr>
      <dsp:spPr>
        <a:xfrm>
          <a:off x="0" y="3846399"/>
          <a:ext cx="4466744" cy="15382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E8BDA-4222-440D-85E5-C72B370C551D}">
      <dsp:nvSpPr>
        <dsp:cNvPr id="0" name=""/>
        <dsp:cNvSpPr/>
      </dsp:nvSpPr>
      <dsp:spPr>
        <a:xfrm>
          <a:off x="465334" y="4192516"/>
          <a:ext cx="846063" cy="8460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4BD7AA-9A5B-4377-97E1-3068087F6A37}">
      <dsp:nvSpPr>
        <dsp:cNvPr id="0" name=""/>
        <dsp:cNvSpPr/>
      </dsp:nvSpPr>
      <dsp:spPr>
        <a:xfrm>
          <a:off x="1776732" y="3846399"/>
          <a:ext cx="2690011" cy="1538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803" tIns="162803" rIns="162803" bIns="16280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Re-engagement offers for At Risk customers.</a:t>
          </a:r>
        </a:p>
      </dsp:txBody>
      <dsp:txXfrm>
        <a:off x="1776732" y="3846399"/>
        <a:ext cx="2690011" cy="15382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08BB9-0599-4940-A924-A8F195FB8407}">
      <dsp:nvSpPr>
        <dsp:cNvPr id="0" name=""/>
        <dsp:cNvSpPr/>
      </dsp:nvSpPr>
      <dsp:spPr>
        <a:xfrm>
          <a:off x="0" y="439"/>
          <a:ext cx="6887389" cy="1028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A19DF-51E8-4E4E-9945-784739304066}">
      <dsp:nvSpPr>
        <dsp:cNvPr id="0" name=""/>
        <dsp:cNvSpPr/>
      </dsp:nvSpPr>
      <dsp:spPr>
        <a:xfrm>
          <a:off x="311007" y="231767"/>
          <a:ext cx="565468" cy="565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63386-9776-43A1-BF40-C0C10AAC346B}">
      <dsp:nvSpPr>
        <dsp:cNvPr id="0" name=""/>
        <dsp:cNvSpPr/>
      </dsp:nvSpPr>
      <dsp:spPr>
        <a:xfrm>
          <a:off x="1187484" y="439"/>
          <a:ext cx="5699904" cy="1028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10" tIns="108810" rIns="108810" bIns="1088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6">
                  <a:lumMod val="75000"/>
                </a:schemeClr>
              </a:solidFill>
            </a:rPr>
            <a:t>Stock premium SKUs for high-value regions.</a:t>
          </a:r>
        </a:p>
      </dsp:txBody>
      <dsp:txXfrm>
        <a:off x="1187484" y="439"/>
        <a:ext cx="5699904" cy="1028124"/>
      </dsp:txXfrm>
    </dsp:sp>
    <dsp:sp modelId="{B3909C55-64B8-4986-8ACA-4277B8C39404}">
      <dsp:nvSpPr>
        <dsp:cNvPr id="0" name=""/>
        <dsp:cNvSpPr/>
      </dsp:nvSpPr>
      <dsp:spPr>
        <a:xfrm>
          <a:off x="0" y="1285595"/>
          <a:ext cx="6887389" cy="1028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F31E7-419E-4CE6-A3DF-CA75CF27A1BE}">
      <dsp:nvSpPr>
        <dsp:cNvPr id="0" name=""/>
        <dsp:cNvSpPr/>
      </dsp:nvSpPr>
      <dsp:spPr>
        <a:xfrm>
          <a:off x="311007" y="1516923"/>
          <a:ext cx="565468" cy="565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03B52-E5A3-4680-B030-3BAFD80178A6}">
      <dsp:nvSpPr>
        <dsp:cNvPr id="0" name=""/>
        <dsp:cNvSpPr/>
      </dsp:nvSpPr>
      <dsp:spPr>
        <a:xfrm>
          <a:off x="1187484" y="1285595"/>
          <a:ext cx="5699904" cy="1028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10" tIns="108810" rIns="108810" bIns="1088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6">
                  <a:lumMod val="75000"/>
                </a:schemeClr>
              </a:solidFill>
            </a:rPr>
            <a:t>Bundle products for cross-selling.</a:t>
          </a:r>
        </a:p>
      </dsp:txBody>
      <dsp:txXfrm>
        <a:off x="1187484" y="1285595"/>
        <a:ext cx="5699904" cy="1028124"/>
      </dsp:txXfrm>
    </dsp:sp>
    <dsp:sp modelId="{1DDC9ACE-BE07-4F0B-B2C1-149497290C7E}">
      <dsp:nvSpPr>
        <dsp:cNvPr id="0" name=""/>
        <dsp:cNvSpPr/>
      </dsp:nvSpPr>
      <dsp:spPr>
        <a:xfrm>
          <a:off x="0" y="2570751"/>
          <a:ext cx="6887389" cy="102812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DECD7-1E26-41C1-AC78-3D1AE4F4095F}">
      <dsp:nvSpPr>
        <dsp:cNvPr id="0" name=""/>
        <dsp:cNvSpPr/>
      </dsp:nvSpPr>
      <dsp:spPr>
        <a:xfrm>
          <a:off x="311007" y="2802079"/>
          <a:ext cx="565468" cy="565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CCDB86-2C55-455E-9356-26C8EA1DC6A8}">
      <dsp:nvSpPr>
        <dsp:cNvPr id="0" name=""/>
        <dsp:cNvSpPr/>
      </dsp:nvSpPr>
      <dsp:spPr>
        <a:xfrm>
          <a:off x="1187484" y="2570751"/>
          <a:ext cx="5699904" cy="1028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810" tIns="108810" rIns="108810" bIns="10881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accent6">
                  <a:lumMod val="75000"/>
                </a:schemeClr>
              </a:solidFill>
            </a:rPr>
            <a:t>Reduce focus on low-demand products.</a:t>
          </a:r>
        </a:p>
      </dsp:txBody>
      <dsp:txXfrm>
        <a:off x="1187484" y="2570751"/>
        <a:ext cx="5699904" cy="10281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1477E-79A2-49AB-9C93-75C7213E0EC0}">
      <dsp:nvSpPr>
        <dsp:cNvPr id="0" name=""/>
        <dsp:cNvSpPr/>
      </dsp:nvSpPr>
      <dsp:spPr>
        <a:xfrm>
          <a:off x="481740" y="471931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8E9CB-CD04-4C6E-81C1-E4E02CC2C86F}">
      <dsp:nvSpPr>
        <dsp:cNvPr id="0" name=""/>
        <dsp:cNvSpPr/>
      </dsp:nvSpPr>
      <dsp:spPr>
        <a:xfrm>
          <a:off x="796178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25A2BC-F695-432D-AC0E-98E46CD44317}">
      <dsp:nvSpPr>
        <dsp:cNvPr id="0" name=""/>
        <dsp:cNvSpPr/>
      </dsp:nvSpPr>
      <dsp:spPr>
        <a:xfrm>
          <a:off x="10084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Python (Pandas, Matplotlib)</a:t>
          </a:r>
        </a:p>
      </dsp:txBody>
      <dsp:txXfrm>
        <a:off x="10084" y="2406931"/>
        <a:ext cx="2418750" cy="720000"/>
      </dsp:txXfrm>
    </dsp:sp>
    <dsp:sp modelId="{E0B4DFE8-09E7-4E47-AEBF-2A5A68890A4F}">
      <dsp:nvSpPr>
        <dsp:cNvPr id="0" name=""/>
        <dsp:cNvSpPr/>
      </dsp:nvSpPr>
      <dsp:spPr>
        <a:xfrm>
          <a:off x="3323771" y="471931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738C4-4AB1-4D68-A996-B22E0AEBAAAE}">
      <dsp:nvSpPr>
        <dsp:cNvPr id="0" name=""/>
        <dsp:cNvSpPr/>
      </dsp:nvSpPr>
      <dsp:spPr>
        <a:xfrm>
          <a:off x="3638209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D834-5075-4ED0-9A80-833E2FD77C28}">
      <dsp:nvSpPr>
        <dsp:cNvPr id="0" name=""/>
        <dsp:cNvSpPr/>
      </dsp:nvSpPr>
      <dsp:spPr>
        <a:xfrm>
          <a:off x="2852115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RFM marketing framework</a:t>
          </a:r>
        </a:p>
      </dsp:txBody>
      <dsp:txXfrm>
        <a:off x="2852115" y="2406931"/>
        <a:ext cx="2418750" cy="720000"/>
      </dsp:txXfrm>
    </dsp:sp>
    <dsp:sp modelId="{5E7F57C9-FDEC-4F71-9CEC-858AE996C084}">
      <dsp:nvSpPr>
        <dsp:cNvPr id="0" name=""/>
        <dsp:cNvSpPr/>
      </dsp:nvSpPr>
      <dsp:spPr>
        <a:xfrm>
          <a:off x="6165803" y="471931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976EC-1BDC-4ECE-A6C2-5D07641BF835}">
      <dsp:nvSpPr>
        <dsp:cNvPr id="0" name=""/>
        <dsp:cNvSpPr/>
      </dsp:nvSpPr>
      <dsp:spPr>
        <a:xfrm>
          <a:off x="6480240" y="78636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C746E-E602-449F-9630-703921FD1BC0}">
      <dsp:nvSpPr>
        <dsp:cNvPr id="0" name=""/>
        <dsp:cNvSpPr/>
      </dsp:nvSpPr>
      <dsp:spPr>
        <a:xfrm>
          <a:off x="5694146" y="2406931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Self-executed personal project</a:t>
          </a:r>
        </a:p>
      </dsp:txBody>
      <dsp:txXfrm>
        <a:off x="5694146" y="2406931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58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9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4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0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2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0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6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8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8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3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35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060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2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7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71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2545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9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98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RFM Customer Segmentation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Tushar Gupta</a:t>
            </a:r>
          </a:p>
          <a:p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</a:t>
            </a:r>
            <a:r>
              <a:rPr lang="en-US" dirty="0"/>
              <a:t>October</a:t>
            </a:r>
            <a:r>
              <a:rPr dirty="0"/>
              <a:t> 202</a:t>
            </a:r>
            <a:r>
              <a:rPr lang="en-US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US" sz="3500"/>
              <a:t>Introduction &amp;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49B7B8-0DCC-AB5C-8BD8-129A3CAE70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691942"/>
              </p:ext>
            </p:extLst>
          </p:nvPr>
        </p:nvGraphicFramePr>
        <p:xfrm>
          <a:off x="3963591" y="639763"/>
          <a:ext cx="4695825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Data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84DB1C-856A-AACD-8B2E-F818FC4E23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902101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180DA9-55CA-2C9A-3064-859799A4F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376523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CCD89DF-A084-43AD-9824-83BBBFC81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2DB508-57AC-4491-A95B-0A00DE260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1767E27-DCFE-4AA0-B1A2-E019108D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t>RFM Metrics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61BEF9-DC90-4AC9-8E25-ED5509D7A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4306F4-D304-4F4E-9B08-A8036AF8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782955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ACC571-ABDB-4C1F-8A8B-53E362E1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86E5BD-1557-41D9-A119-D5F62647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880984-27B3-220D-96E3-2B41D30DB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157086"/>
              </p:ext>
            </p:extLst>
          </p:nvPr>
        </p:nvGraphicFramePr>
        <p:xfrm>
          <a:off x="510778" y="2427478"/>
          <a:ext cx="7075090" cy="3160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3729B40-2D09-D3AD-58F9-BCA5631B9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317" b="-443"/>
          <a:stretch>
            <a:fillRect/>
          </a:stretch>
        </p:blipFill>
        <p:spPr>
          <a:xfrm>
            <a:off x="5660857" y="10"/>
            <a:ext cx="3480760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75286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5315664" cy="1080938"/>
          </a:xfrm>
        </p:spPr>
        <p:txBody>
          <a:bodyPr>
            <a:normAutofit/>
          </a:bodyPr>
          <a:lstStyle/>
          <a:p>
            <a:r>
              <a:t>RFM Scoring Approach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4817409" cy="3599316"/>
          </a:xfrm>
        </p:spPr>
        <p:txBody>
          <a:bodyPr>
            <a:normAutofit/>
          </a:bodyPr>
          <a:lstStyle/>
          <a:p>
            <a:r>
              <a:rPr lang="en-US" sz="1700"/>
              <a:t>Customers ranked into 5 quantiles for each metric.</a:t>
            </a:r>
          </a:p>
          <a:p>
            <a:r>
              <a:rPr lang="en-US" sz="1700"/>
              <a:t>Scores range from 1 (low) to 5 (high).</a:t>
            </a:r>
          </a:p>
          <a:p>
            <a:r>
              <a:rPr lang="en-US" sz="1700"/>
              <a:t>Higher score indicates higher customer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3EEDAEC-A2A6-8151-B723-FF26A135406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0003" y="2616946"/>
          <a:ext cx="6887389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EA4FB1E-7800-364A-6A37-8BAACB40F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08658"/>
            <a:ext cx="8279454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&lt;Axes: title={'center': 'Customer Distribution by Segment'}, xlabel='Segment'&gt;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33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>
            <a:normAutofit/>
          </a:bodyPr>
          <a:lstStyle/>
          <a:p>
            <a:r>
              <a:rPr lang="en-US" sz="2100"/>
              <a:t>Customer Distribution Across Segments</a:t>
            </a:r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3102093" cy="3599316"/>
          </a:xfrm>
        </p:spPr>
        <p:txBody>
          <a:bodyPr>
            <a:normAutofit/>
          </a:bodyPr>
          <a:lstStyle/>
          <a:p>
            <a:r>
              <a:rPr lang="en-US" sz="2000" dirty="0"/>
              <a:t>Champions and Loyal Customers are fewer but high-value.</a:t>
            </a:r>
          </a:p>
          <a:p>
            <a:r>
              <a:rPr lang="en-US" sz="2000" dirty="0"/>
              <a:t>At Risk and Lost Customers form a larger volume.</a:t>
            </a:r>
          </a:p>
          <a:p>
            <a:r>
              <a:rPr lang="en-US" sz="2000" dirty="0"/>
              <a:t>Indicates churn risk and growth opportunity.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A7F681-F63D-AC5F-1F07-A0ADE2998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067" y="989478"/>
            <a:ext cx="4727351" cy="4848564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>
            <a:normAutofit/>
          </a:bodyPr>
          <a:lstStyle/>
          <a:p>
            <a:r>
              <a:rPr lang="en-US" sz="2100"/>
              <a:t>Revenue Contribution by Segment</a:t>
            </a:r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2742217" cy="3599316"/>
          </a:xfrm>
        </p:spPr>
        <p:txBody>
          <a:bodyPr>
            <a:normAutofit/>
          </a:bodyPr>
          <a:lstStyle/>
          <a:p>
            <a:r>
              <a:rPr lang="en-US" sz="2000" dirty="0"/>
              <a:t>Champions contribute the highest share of revenue.</a:t>
            </a:r>
          </a:p>
          <a:p>
            <a:r>
              <a:rPr lang="en-US" sz="2000" dirty="0"/>
              <a:t>Loyal Customers provide stable recurring revenue.</a:t>
            </a:r>
          </a:p>
          <a:p>
            <a:r>
              <a:rPr lang="en-US" sz="2000" dirty="0"/>
              <a:t>Low-value segments contribute minimal revenue.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309592-994A-AE49-FD02-5F5C0F547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067" y="1124967"/>
            <a:ext cx="4702109" cy="4608066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DA2F951-DE85-FE01-7DA0-71A6B11C2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89"/>
            <a:ext cx="6348213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&lt;Axes: title={'center': 'Revenue Contribution by Segment'},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xlabel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='Segment'&gt;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33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/>
              <a:t>Behavioral Insights</a:t>
            </a:r>
          </a:p>
        </p:txBody>
      </p:sp>
      <p:graphicFrame>
        <p:nvGraphicFramePr>
          <p:cNvPr id="4113" name="Content Placeholder 2">
            <a:extLst>
              <a:ext uri="{FF2B5EF4-FFF2-40B4-BE49-F238E27FC236}">
                <a16:creationId xmlns:a16="http://schemas.microsoft.com/office/drawing/2014/main" id="{18E4A7A3-A2A7-DC20-F314-23CC2AC712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4093282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6" name="Rectangle 5135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9" name="Picture 5128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5137" name="Rectangle 5136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BEC60-5F67-5C19-511C-B0C59812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>
            <a:normAutofit/>
          </a:bodyPr>
          <a:lstStyle/>
          <a:p>
            <a:r>
              <a:rPr lang="en-US" sz="2100" dirty="0"/>
              <a:t>Recency Distribution</a:t>
            </a:r>
          </a:p>
        </p:txBody>
      </p:sp>
      <p:pic>
        <p:nvPicPr>
          <p:cNvPr id="5135" name="Picture 5134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D820BB03-067A-8719-06B8-57B73952C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067" y="1606932"/>
            <a:ext cx="4702109" cy="3644135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637958F-E52E-7D8E-503B-4781B3CD6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680" y="-2154463"/>
            <a:ext cx="589135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&lt;Axes: title={'center': 'Recency Distribution'},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ylabel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='Frequency'&gt;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6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D25DC4-582A-70D5-F6A3-F30B2C665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765" y="2455600"/>
            <a:ext cx="308563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1400" dirty="0"/>
              <a:t>The distribution shows customers spread across different recency ranges (0–60 days).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/>
              <a:t>A significant number of customers fall in the 30–60 days range, indicating moderate inactivity.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/>
              <a:t>Customers in the lower recency range (0–15 days) represent recently active users and are more likely to convert again.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/>
              <a:t>The distribution indicates an opportunity to target mid-range customers (20–40 days) before they move into the churn zone.</a:t>
            </a:r>
          </a:p>
        </p:txBody>
      </p:sp>
    </p:spTree>
    <p:extLst>
      <p:ext uri="{BB962C8B-B14F-4D97-AF65-F5344CB8AC3E}">
        <p14:creationId xmlns:p14="http://schemas.microsoft.com/office/powerpoint/2010/main" val="1129154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6150">
            <a:extLst>
              <a:ext uri="{FF2B5EF4-FFF2-40B4-BE49-F238E27FC236}">
                <a16:creationId xmlns:a16="http://schemas.microsoft.com/office/drawing/2014/main" id="{D8DF5C3E-BDAB-40E6-A40B-8C05D8CD3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6153" name="Picture 6152">
            <a:extLst>
              <a:ext uri="{FF2B5EF4-FFF2-40B4-BE49-F238E27FC236}">
                <a16:creationId xmlns:a16="http://schemas.microsoft.com/office/drawing/2014/main" id="{9D90C31A-86E3-472B-B929-496667598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155" name="Rectangle 6154">
            <a:extLst>
              <a:ext uri="{FF2B5EF4-FFF2-40B4-BE49-F238E27FC236}">
                <a16:creationId xmlns:a16="http://schemas.microsoft.com/office/drawing/2014/main" id="{9DD3589A-DB65-424B-ACF1-5C8155F1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9F784D76-D302-4160-A2D4-C2F4AB76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4809647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41C2F-7500-4A12-8474-25D5AC76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4188508" cy="10809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Frequency Distribution</a:t>
            </a:r>
          </a:p>
        </p:txBody>
      </p:sp>
      <p:pic>
        <p:nvPicPr>
          <p:cNvPr id="6159" name="Picture 6158">
            <a:extLst>
              <a:ext uri="{FF2B5EF4-FFF2-40B4-BE49-F238E27FC236}">
                <a16:creationId xmlns:a16="http://schemas.microsoft.com/office/drawing/2014/main" id="{608D9710-1A5F-4D24-B654-F2081DE60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4807458" cy="258395"/>
          </a:xfrm>
          <a:prstGeom prst="rect">
            <a:avLst/>
          </a:prstGeom>
        </p:spPr>
      </p:pic>
      <p:sp useBgFill="1">
        <p:nvSpPr>
          <p:cNvPr id="6161" name="Rectangle 6160">
            <a:extLst>
              <a:ext uri="{FF2B5EF4-FFF2-40B4-BE49-F238E27FC236}">
                <a16:creationId xmlns:a16="http://schemas.microsoft.com/office/drawing/2014/main" id="{2B57E7D2-A94B-4A8D-B58F-D3E30C235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9872" y="642795"/>
            <a:ext cx="3609304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C8D6899-4BE1-FF4B-37C7-839AF405E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2949" y="2230836"/>
            <a:ext cx="3133815" cy="238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BEE16BC-9984-EF7B-3284-207B779EB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5846" y="-2067155"/>
            <a:ext cx="589135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&lt;Axes: title={'center': 'Frequency Distribution'},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ylabel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='Frequency'&gt;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6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F3F1CA-6C33-F261-C185-9FB1D40C4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240" y="2379341"/>
            <a:ext cx="3354840" cy="3513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</a:rPr>
              <a:t>The majority of customers have made only 1 purchase, indicating a high proportion of one-time buyers.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</a:rPr>
              <a:t>A very small segment of customers shows 2 or more purchases, highlighting limited repeat buying behavior.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</a:rPr>
              <a:t>The sharp drop after frequency = 1 suggests low customer retention.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</a:rPr>
              <a:t>Repeat customers (frequency ≥ 2) represent a high-value growth opportunity.</a:t>
            </a:r>
          </a:p>
          <a:p>
            <a:pPr fontAlgn="base">
              <a:spcAft>
                <a:spcPct val="0"/>
              </a:spcAft>
            </a:pPr>
            <a:r>
              <a:rPr lang="en-US" altLang="en-US" sz="1400" dirty="0">
                <a:solidFill>
                  <a:schemeClr val="bg1"/>
                </a:solidFill>
              </a:rPr>
              <a:t>Increasing frequency even slightly (from 1 to 2 purchases) can significantly improve revenue.</a:t>
            </a:r>
          </a:p>
        </p:txBody>
      </p:sp>
    </p:spTree>
    <p:extLst>
      <p:ext uri="{BB962C8B-B14F-4D97-AF65-F5344CB8AC3E}">
        <p14:creationId xmlns:p14="http://schemas.microsoft.com/office/powerpoint/2010/main" val="229857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7" name="Rectangle 7186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88" name="Picture 7187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7189" name="Rectangle 718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25A0E-EFCB-C4E3-3F23-1500B874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>
            <a:normAutofit/>
          </a:bodyPr>
          <a:lstStyle/>
          <a:p>
            <a:r>
              <a:rPr lang="en-US" sz="2100" dirty="0"/>
              <a:t>Monetary Distribution</a:t>
            </a:r>
          </a:p>
        </p:txBody>
      </p:sp>
      <p:pic>
        <p:nvPicPr>
          <p:cNvPr id="7191" name="Picture 7190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A81A-43BC-B510-5901-F1D4B27B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8" y="2336873"/>
            <a:ext cx="3143600" cy="3599316"/>
          </a:xfrm>
        </p:spPr>
        <p:txBody>
          <a:bodyPr>
            <a:normAutofit fontScale="55000" lnSpcReduction="20000"/>
          </a:bodyPr>
          <a:lstStyle/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sz="2200" dirty="0"/>
              <a:t>The majority of customers fall in the low to mid spending range, indicating moderate purchase value.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sz="2200" dirty="0"/>
              <a:t>A small group of customers shows very high spending, creating a long right tail in the distribution.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sz="2200" dirty="0"/>
              <a:t>The distribution is positively skewed, meaning a few high-value customers contribute significantly to revenue.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sz="2200" dirty="0"/>
              <a:t>High-spending customers represent the Champions segment, critical for profitability.</a:t>
            </a:r>
          </a:p>
          <a:p>
            <a:pPr fontAlgn="base">
              <a:lnSpc>
                <a:spcPct val="110000"/>
              </a:lnSpc>
              <a:spcAft>
                <a:spcPct val="0"/>
              </a:spcAft>
            </a:pPr>
            <a:r>
              <a:rPr lang="en-US" sz="2200" dirty="0"/>
              <a:t>There is an opportunity to increase average order value among mid-tier customers through bundling and upselling.</a:t>
            </a:r>
          </a:p>
          <a:p>
            <a:endParaRPr lang="en-US" sz="1200" dirty="0"/>
          </a:p>
        </p:txBody>
      </p:sp>
      <p:pic>
        <p:nvPicPr>
          <p:cNvPr id="7170" name="Picture 2" descr="A graph of a distribution&#10;&#10;AI-generated content may be incorrect.">
            <a:extLst>
              <a:ext uri="{FF2B5EF4-FFF2-40B4-BE49-F238E27FC236}">
                <a16:creationId xmlns:a16="http://schemas.microsoft.com/office/drawing/2014/main" id="{EA2B1E05-8170-478B-FFA6-684022ABF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7067" y="1636321"/>
            <a:ext cx="4702109" cy="3585358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3B70168-0600-0C6A-BD1F-7B100DE81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6229" y="-2487280"/>
            <a:ext cx="5891356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&lt;Axes: title={'center': 'Monetary Distribution'},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ylabel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='Frequency'&gt;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6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36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06045"/>
            <a:ext cx="3723894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764"/>
            <a:ext cx="3723424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2063262"/>
            <a:ext cx="2804460" cy="2661052"/>
          </a:xfrm>
        </p:spPr>
        <p:txBody>
          <a:bodyPr>
            <a:normAutofit/>
          </a:bodyPr>
          <a:lstStyle/>
          <a:p>
            <a:pPr algn="r"/>
            <a:r>
              <a:rPr lang="en-US" sz="2400"/>
              <a:t>Strategic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A71961-70A5-BC1C-3349-FE46B304E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410752"/>
              </p:ext>
            </p:extLst>
          </p:nvPr>
        </p:nvGraphicFramePr>
        <p:xfrm>
          <a:off x="4078131" y="777860"/>
          <a:ext cx="4466744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4055289-E0C6-4BD3-83C1-D3C30593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mino effect white cutouts and one blue cutout">
            <a:extLst>
              <a:ext uri="{FF2B5EF4-FFF2-40B4-BE49-F238E27FC236}">
                <a16:creationId xmlns:a16="http://schemas.microsoft.com/office/drawing/2014/main" id="{A1905EE9-3911-24B9-5A0C-E66F0DFB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2" b="-2"/>
          <a:stretch>
            <a:fillRect/>
          </a:stretch>
        </p:blipFill>
        <p:spPr>
          <a:xfrm>
            <a:off x="20" y="-1"/>
            <a:ext cx="9143980" cy="685800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D0E302E-D9CD-4301-A67C-2F0F4379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782955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457133-9802-4229-B919-FF91AE235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5174CBE-3C8C-4936-BADC-26BFB4F0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/>
              <a:t>Marketing Strategy by Segment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4CBD692-4D03-4764-98E3-F9578385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32BC668-4D51-4090-89E3-5613B832E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40" y="2336873"/>
            <a:ext cx="7210396" cy="3395060"/>
          </a:xfrm>
        </p:spPr>
        <p:txBody>
          <a:bodyPr anchor="ctr">
            <a:normAutofit/>
          </a:bodyPr>
          <a:lstStyle/>
          <a:p>
            <a:r>
              <a:rPr lang="en-US" sz="1700"/>
              <a:t>Exclusive access for Champions.</a:t>
            </a:r>
          </a:p>
          <a:p>
            <a:r>
              <a:rPr lang="en-US" sz="1700"/>
              <a:t>Discounts for Potential Loyalists.</a:t>
            </a:r>
          </a:p>
          <a:p>
            <a:r>
              <a:rPr lang="en-US" sz="1700"/>
              <a:t>Win-back campaigns for Lost Customers.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&amp; Product Strategy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74BE02-2D0B-C9F9-6832-777C6FA59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6351328"/>
              </p:ext>
            </p:extLst>
          </p:nvPr>
        </p:nvGraphicFramePr>
        <p:xfrm>
          <a:off x="533400" y="2336873"/>
          <a:ext cx="6887389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7F36C09-16BA-4141-A705-C6B5B5A4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1332" y="0"/>
            <a:ext cx="688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9CE521D-42CE-4CD9-AFFE-37255AC0A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460C2540-36DC-4C0A-A9C0-231ED365D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6133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B9B33-CA1F-C108-78C2-A0AA8DD1A74D}"/>
              </a:ext>
            </a:extLst>
          </p:cNvPr>
          <p:cNvSpPr txBox="1"/>
          <p:nvPr/>
        </p:nvSpPr>
        <p:spPr>
          <a:xfrm>
            <a:off x="510240" y="2336873"/>
            <a:ext cx="6347760" cy="35993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“When we started this analysis, we had raw transactional data.</a:t>
            </a:r>
            <a:br>
              <a:rPr lang="en-US" sz="1300" dirty="0"/>
            </a:br>
            <a:r>
              <a:rPr lang="en-US" sz="1300" dirty="0"/>
              <a:t>After applying RFM segmentation, we uncovered clear customer behavior patterns.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We identified: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Who drives the majority of revenue,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Who is likely to churn,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And where the biggest growth opportunity lies.</a:t>
            </a:r>
          </a:p>
          <a:p>
            <a:pPr marL="57150" defTabSz="914400">
              <a:lnSpc>
                <a:spcPct val="90000"/>
              </a:lnSpc>
              <a:spcAft>
                <a:spcPts val="600"/>
              </a:spcAft>
            </a:pPr>
            <a:endParaRPr lang="en-US" sz="13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The key insight is that growth does not come from acquiring more customers —</a:t>
            </a:r>
            <a:br>
              <a:rPr lang="en-US" sz="1300" dirty="0"/>
            </a:br>
            <a:r>
              <a:rPr lang="en-US" sz="1300" dirty="0"/>
              <a:t>it comes from increasing retention and maximizing the value of existing customers.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By focusing on Champions, nurturing Potential Loyalists, and re-engaging At Risk customers,</a:t>
            </a:r>
            <a:br>
              <a:rPr lang="en-US" sz="1300" dirty="0"/>
            </a:br>
            <a:r>
              <a:rPr lang="en-US" sz="1300" dirty="0"/>
              <a:t>a business can significantly improve revenue, marketing ROI, and customer lifetime value.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This approach mirrors real-world e-commerce practices and enables sustainable, data-driven decision-making.”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>
            <a:normAutofit/>
          </a:bodyPr>
          <a:lstStyle/>
          <a:p>
            <a:r>
              <a:rPr lang="en-US"/>
              <a:t>Acknowledgements &amp; References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F7582FE-ED4E-6921-C040-D7FC9FC8C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5545251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9912</TotalTime>
  <Words>751</Words>
  <Application>Microsoft Office PowerPoint</Application>
  <PresentationFormat>On-screen Show (4:3)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Unicode MS</vt:lpstr>
      <vt:lpstr>Trebuchet MS</vt:lpstr>
      <vt:lpstr>Berlin</vt:lpstr>
      <vt:lpstr>RFM Customer Segmentation Analysis</vt:lpstr>
      <vt:lpstr>Introduction &amp; Objectives</vt:lpstr>
      <vt:lpstr>Data Overview</vt:lpstr>
      <vt:lpstr>Methodology</vt:lpstr>
      <vt:lpstr>RFM Metrics</vt:lpstr>
      <vt:lpstr>RFM Scoring Approach</vt:lpstr>
      <vt:lpstr>Customer Segments</vt:lpstr>
      <vt:lpstr>Customer Distribution Across Segments</vt:lpstr>
      <vt:lpstr>Revenue Contribution by Segment</vt:lpstr>
      <vt:lpstr>Behavioral Insights</vt:lpstr>
      <vt:lpstr>Recency Distribution</vt:lpstr>
      <vt:lpstr>Frequency Distribution</vt:lpstr>
      <vt:lpstr>Monetary Distribution</vt:lpstr>
      <vt:lpstr>Strategic Recommendations</vt:lpstr>
      <vt:lpstr>Marketing Strategy by Segment</vt:lpstr>
      <vt:lpstr>Inventory &amp; Product Strategy</vt:lpstr>
      <vt:lpstr>Conclusion</vt:lpstr>
      <vt:lpstr>Acknowledgements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Tushar Gupta</dc:creator>
  <cp:keywords/>
  <dc:description>generated using python-pptx</dc:description>
  <cp:lastModifiedBy>Tushar Gupta</cp:lastModifiedBy>
  <cp:revision>3</cp:revision>
  <dcterms:created xsi:type="dcterms:W3CDTF">2013-01-27T09:14:16Z</dcterms:created>
  <dcterms:modified xsi:type="dcterms:W3CDTF">2026-02-15T10:02:25Z</dcterms:modified>
  <cp:category/>
</cp:coreProperties>
</file>